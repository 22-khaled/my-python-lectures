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6A34-9CE6-43C3-9CC9-DC5EB5952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B0B21-401C-4760-8557-36F9D6379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9A5A7-1770-4F8E-B3C9-C4F77245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AD97F-8FE9-4A42-8FC8-CCD500448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E31AF-D56D-4339-B172-D51F5982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12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E25F-8183-4578-BCD2-C5FD5FBB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7AC99-C084-4C83-AF77-0416FCE98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27BDC-BE40-43FE-86FE-2BA4C575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2DAF7-8D36-4B1E-B4F7-E4D63B9A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FF890-313A-481B-B325-D54025B6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85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F4C7-DC87-439F-ACDE-0128490A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6523F-8E93-4A2E-997F-B7F29C7D3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0AF3B-E4F3-4C2D-AB2E-606DCBD2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F4AAE-0671-496B-B84C-18CF1FE9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77DDE-F083-4633-8766-5D0C1F25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27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791F-8940-4149-BF92-6286E9BB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2721-CD00-40D1-BC7B-8FCEEF0E4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1CA65-69EA-4626-8A64-C5A7A94A6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CA4A5-9E83-4816-A576-6FAD5ACE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EF859-28CC-4A43-A9B6-7DC6D71B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0E096-0E5D-4BB1-A408-803509F7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48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9103-D99A-4388-80A2-655C9B6B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3A9B1-B000-455F-99F2-2F08D87FA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D46B4-357C-42DC-9219-FAEBF1A25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9986D-D076-4EBF-9017-31EF22975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EA968-AADB-44CE-9C47-2180A6BF2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DDD78B-E10F-4CD8-9A4B-869B4908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CEAAD-A2DC-495C-BF4A-788B4132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A9D2C-2407-46B8-9849-56790174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38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C837-8743-4181-ABED-E0394417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08F3B-6957-45CE-8C02-2EE6D360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F83FA-CE57-4CE0-83B8-9657E8A1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F3A7D-1B6E-4E76-A899-6E3768B9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715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F3762-5961-43FB-91C3-2473208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3D3FD4-0005-4E6A-B055-C964CA49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336A-D9E0-495C-885F-1E741F7D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681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677C-5DC7-44A6-85BF-8DC33E6C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37CF8-425C-4E4B-A7A2-439898DA1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3D49C-C6E8-45B2-AB9A-FCA2D510D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0CB1-A5E2-402B-A36B-B2DC4CA6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26D8F-6369-4212-B55D-0E93A359F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3475-6BCC-4BEC-A5E0-2C3EEC31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30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1125-4F5F-4899-8C5F-3DC7F9E3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714FE-EED1-4AE5-B09A-C911F948A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78E89-D273-497B-8987-D9227FDC5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35469-020F-4A12-9F86-D3C9F4AF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9303F-CC05-43DC-BB44-18B907868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95C58-7D6B-44EC-BD85-B06BA35E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30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F9DD-242A-4BC5-9956-3F0B9C8BE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1393C-467C-4404-B20D-E444004AF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174B-D3D8-4B94-9337-9109A2501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0A1A7-BF6C-4530-B7CD-7638E127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FBE21-471E-4B15-ADF8-C87A4E83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89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D9FEDC-592A-4594-830D-9D2EFAD97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1D3EA-D1CB-423B-BC6C-02B138680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6DF45-7DF3-4848-9F19-7CBC203AC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D15B6-4781-4C41-8797-46846791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DDB7-88A4-4F59-90AC-BDCE97B3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55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3D3B03-6579-4C42-A85E-17EC9D31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2ECB5-60D6-43E4-8ECE-EC3337B5B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A493-5B65-469A-8843-235A83A4D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16380-236D-4F72-8CD0-A42BF58DB750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5C814-562F-4D99-8B71-E8654C07A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2A318-4F1C-4AB9-AE10-366D05F97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1BADF-45D1-4124-B6B0-5C8AEFE89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57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03AF37-AA73-469C-A9EA-DF8D8C5F6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2"/>
          <a:stretch/>
        </p:blipFill>
        <p:spPr>
          <a:xfrm>
            <a:off x="1460597" y="1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A39267-49BC-486C-8152-6C4A26309710}"/>
              </a:ext>
            </a:extLst>
          </p:cNvPr>
          <p:cNvSpPr txBox="1"/>
          <p:nvPr/>
        </p:nvSpPr>
        <p:spPr>
          <a:xfrm>
            <a:off x="160902" y="92766"/>
            <a:ext cx="1361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Vladimir Script" panose="03050402040407070305" pitchFamily="66" charset="0"/>
              </a:rPr>
              <a:t>KST</a:t>
            </a:r>
            <a:endParaRPr lang="en-GB" sz="4800" dirty="0">
              <a:latin typeface="Vladimir Script" panose="03050402040407070305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C07F2-1905-457D-8480-B7C94FE9F6F6}"/>
              </a:ext>
            </a:extLst>
          </p:cNvPr>
          <p:cNvSpPr txBox="1"/>
          <p:nvPr/>
        </p:nvSpPr>
        <p:spPr>
          <a:xfrm>
            <a:off x="2357167" y="71601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KST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9F210-EB78-46E2-B524-0C784E5239A1}"/>
              </a:ext>
            </a:extLst>
          </p:cNvPr>
          <p:cNvSpPr txBox="1"/>
          <p:nvPr/>
        </p:nvSpPr>
        <p:spPr>
          <a:xfrm>
            <a:off x="1685188" y="2686688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EPE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7B678-FB6D-422B-B473-7174AFCD27AB}"/>
              </a:ext>
            </a:extLst>
          </p:cNvPr>
          <p:cNvSpPr txBox="1"/>
          <p:nvPr/>
        </p:nvSpPr>
        <p:spPr>
          <a:xfrm>
            <a:off x="1829458" y="4241864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C8AC5-252A-4DD3-970D-4F9E6336D1C9}"/>
              </a:ext>
            </a:extLst>
          </p:cNvPr>
          <p:cNvSpPr txBox="1"/>
          <p:nvPr/>
        </p:nvSpPr>
        <p:spPr>
          <a:xfrm>
            <a:off x="4523897" y="52659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CHESS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5F17B-3837-493E-8164-C37EC2982BB7}"/>
              </a:ext>
            </a:extLst>
          </p:cNvPr>
          <p:cNvSpPr txBox="1"/>
          <p:nvPr/>
        </p:nvSpPr>
        <p:spPr>
          <a:xfrm>
            <a:off x="5805605" y="2686688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AI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C7686-0F2C-4F0C-8CFB-D90B135475E4}"/>
              </a:ext>
            </a:extLst>
          </p:cNvPr>
          <p:cNvSpPr txBox="1"/>
          <p:nvPr/>
        </p:nvSpPr>
        <p:spPr>
          <a:xfrm>
            <a:off x="8194749" y="17165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ML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4761C-A979-4F6C-9756-153ED55EAB3B}"/>
              </a:ext>
            </a:extLst>
          </p:cNvPr>
          <p:cNvSpPr txBox="1"/>
          <p:nvPr/>
        </p:nvSpPr>
        <p:spPr>
          <a:xfrm>
            <a:off x="8786578" y="4213811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PYTHON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4D606-7AA9-4ECB-AA09-A9C3AFED4C37}"/>
              </a:ext>
            </a:extLst>
          </p:cNvPr>
          <p:cNvSpPr txBox="1"/>
          <p:nvPr/>
        </p:nvSpPr>
        <p:spPr>
          <a:xfrm>
            <a:off x="8998816" y="31884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29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417AF-78C8-4A96-B589-FB13B949A86A}"/>
              </a:ext>
            </a:extLst>
          </p:cNvPr>
          <p:cNvSpPr txBox="1"/>
          <p:nvPr/>
        </p:nvSpPr>
        <p:spPr>
          <a:xfrm>
            <a:off x="2839030" y="5726488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10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10DD-4CFE-4103-ACE2-BB8E7AC1BCE9}"/>
              </a:ext>
            </a:extLst>
          </p:cNvPr>
          <p:cNvSpPr txBox="1"/>
          <p:nvPr/>
        </p:nvSpPr>
        <p:spPr>
          <a:xfrm>
            <a:off x="6869532" y="4657362"/>
            <a:ext cx="6848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2001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3680E-639E-456C-B6DF-09DDE1616DC9}"/>
              </a:ext>
            </a:extLst>
          </p:cNvPr>
          <p:cNvSpPr txBox="1"/>
          <p:nvPr/>
        </p:nvSpPr>
        <p:spPr>
          <a:xfrm>
            <a:off x="7923681" y="3545353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DE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1832F-6303-45B2-9E77-9173459254C1}"/>
              </a:ext>
            </a:extLst>
          </p:cNvPr>
          <p:cNvSpPr txBox="1"/>
          <p:nvPr/>
        </p:nvSpPr>
        <p:spPr>
          <a:xfrm>
            <a:off x="4250910" y="4030424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ENG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AE32E-EB47-4DDE-B563-BB6605AA918E}"/>
              </a:ext>
            </a:extLst>
          </p:cNvPr>
          <p:cNvSpPr txBox="1"/>
          <p:nvPr/>
        </p:nvSpPr>
        <p:spPr>
          <a:xfrm>
            <a:off x="6257024" y="1131512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NOVELS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9FEF1-ECA6-4F6E-BCF8-0E2A21E6D841}"/>
              </a:ext>
            </a:extLst>
          </p:cNvPr>
          <p:cNvSpPr txBox="1"/>
          <p:nvPr/>
        </p:nvSpPr>
        <p:spPr>
          <a:xfrm>
            <a:off x="7029191" y="2626476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BOOKS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60DFCA-A21D-4B15-B8F5-22877AA651BF}"/>
              </a:ext>
            </a:extLst>
          </p:cNvPr>
          <p:cNvSpPr txBox="1"/>
          <p:nvPr/>
        </p:nvSpPr>
        <p:spPr>
          <a:xfrm>
            <a:off x="4150683" y="5518739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TSAONGAF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01EA1-93F8-4B43-862B-746A774CBD91}"/>
              </a:ext>
            </a:extLst>
          </p:cNvPr>
          <p:cNvSpPr txBox="1"/>
          <p:nvPr/>
        </p:nvSpPr>
        <p:spPr>
          <a:xfrm>
            <a:off x="5307244" y="3774537"/>
            <a:ext cx="19046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CONFIDENCE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0E430-F901-4D95-B4A1-DB9E5729B42E}"/>
              </a:ext>
            </a:extLst>
          </p:cNvPr>
          <p:cNvSpPr txBox="1"/>
          <p:nvPr/>
        </p:nvSpPr>
        <p:spPr>
          <a:xfrm>
            <a:off x="3017118" y="3102186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TM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E6EC5-EEDC-4F35-95BB-7B1C57488269}"/>
              </a:ext>
            </a:extLst>
          </p:cNvPr>
          <p:cNvSpPr txBox="1"/>
          <p:nvPr/>
        </p:nvSpPr>
        <p:spPr>
          <a:xfrm>
            <a:off x="3689496" y="212544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SD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6BC00-6F99-43D5-AE5B-54C1BD894D16}"/>
              </a:ext>
            </a:extLst>
          </p:cNvPr>
          <p:cNvSpPr txBox="1"/>
          <p:nvPr/>
        </p:nvSpPr>
        <p:spPr>
          <a:xfrm>
            <a:off x="6711797" y="4177768"/>
            <a:ext cx="13676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RANDOM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6ADE8A-8EED-4C0F-8BAF-E9D9F29FA919}"/>
              </a:ext>
            </a:extLst>
          </p:cNvPr>
          <p:cNvSpPr txBox="1"/>
          <p:nvPr/>
        </p:nvSpPr>
        <p:spPr>
          <a:xfrm>
            <a:off x="4263152" y="487854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KST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62901E-13A6-4658-8978-17B89B7E82E6}"/>
              </a:ext>
            </a:extLst>
          </p:cNvPr>
          <p:cNvSpPr txBox="1"/>
          <p:nvPr/>
        </p:nvSpPr>
        <p:spPr>
          <a:xfrm>
            <a:off x="6833658" y="1816333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EPE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E7BC0-2248-4C76-8350-DE3FF635C27E}"/>
              </a:ext>
            </a:extLst>
          </p:cNvPr>
          <p:cNvSpPr txBox="1"/>
          <p:nvPr/>
        </p:nvSpPr>
        <p:spPr>
          <a:xfrm>
            <a:off x="3284779" y="4225915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C40FB3-5D77-43C4-ADB5-E4B9C2DDA124}"/>
              </a:ext>
            </a:extLst>
          </p:cNvPr>
          <p:cNvSpPr txBox="1"/>
          <p:nvPr/>
        </p:nvSpPr>
        <p:spPr>
          <a:xfrm>
            <a:off x="4377267" y="283422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10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EBD21F-6E1C-4D15-A5CA-6DB2101A4551}"/>
              </a:ext>
            </a:extLst>
          </p:cNvPr>
          <p:cNvSpPr txBox="1"/>
          <p:nvPr/>
        </p:nvSpPr>
        <p:spPr>
          <a:xfrm>
            <a:off x="6434477" y="5561595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TSAONGAF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0A4C6F-8B5D-4094-9872-597B262AE1EF}"/>
              </a:ext>
            </a:extLst>
          </p:cNvPr>
          <p:cNvSpPr txBox="1"/>
          <p:nvPr/>
        </p:nvSpPr>
        <p:spPr>
          <a:xfrm>
            <a:off x="6235622" y="2300497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ENG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39D76C-ECB5-4648-B37E-FE9E287BA3DD}"/>
              </a:ext>
            </a:extLst>
          </p:cNvPr>
          <p:cNvSpPr txBox="1"/>
          <p:nvPr/>
        </p:nvSpPr>
        <p:spPr>
          <a:xfrm>
            <a:off x="4015678" y="262806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SD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08208-F5CA-477B-9508-092E6E3035FD}"/>
              </a:ext>
            </a:extLst>
          </p:cNvPr>
          <p:cNvSpPr txBox="1"/>
          <p:nvPr/>
        </p:nvSpPr>
        <p:spPr>
          <a:xfrm>
            <a:off x="4734176" y="137471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CHESS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ED31D-16D5-47CD-8F81-DD0F8E13CE7B}"/>
              </a:ext>
            </a:extLst>
          </p:cNvPr>
          <p:cNvSpPr txBox="1"/>
          <p:nvPr/>
        </p:nvSpPr>
        <p:spPr>
          <a:xfrm>
            <a:off x="6409434" y="1588115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NOVELS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628D35-5CD4-4C89-A482-8DF75BEAE2E1}"/>
              </a:ext>
            </a:extLst>
          </p:cNvPr>
          <p:cNvSpPr txBox="1"/>
          <p:nvPr/>
        </p:nvSpPr>
        <p:spPr>
          <a:xfrm>
            <a:off x="7977382" y="94090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29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AA568-EAED-4A96-B00A-2C3AE46CFDFC}"/>
              </a:ext>
            </a:extLst>
          </p:cNvPr>
          <p:cNvSpPr txBox="1"/>
          <p:nvPr/>
        </p:nvSpPr>
        <p:spPr>
          <a:xfrm>
            <a:off x="8347149" y="18689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ML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CDC1C1-51EF-4A5D-A24C-913F2BE9D344}"/>
              </a:ext>
            </a:extLst>
          </p:cNvPr>
          <p:cNvSpPr txBox="1"/>
          <p:nvPr/>
        </p:nvSpPr>
        <p:spPr>
          <a:xfrm>
            <a:off x="9128854" y="2729644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DE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2911A-CE63-4D3E-B7C0-F09AA041BED6}"/>
              </a:ext>
            </a:extLst>
          </p:cNvPr>
          <p:cNvSpPr txBox="1"/>
          <p:nvPr/>
        </p:nvSpPr>
        <p:spPr>
          <a:xfrm>
            <a:off x="7620770" y="4913732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BOOKS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125D0E-EA1C-4CFB-A96F-E05FCF726B03}"/>
              </a:ext>
            </a:extLst>
          </p:cNvPr>
          <p:cNvSpPr txBox="1"/>
          <p:nvPr/>
        </p:nvSpPr>
        <p:spPr>
          <a:xfrm>
            <a:off x="5942452" y="6109998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PYTHON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81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67BA5D-BEF8-4CF3-83FD-0055F5B74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80615-D21F-442B-A58E-AFC52EABAFB2}"/>
              </a:ext>
            </a:extLst>
          </p:cNvPr>
          <p:cNvSpPr txBox="1"/>
          <p:nvPr/>
        </p:nvSpPr>
        <p:spPr>
          <a:xfrm>
            <a:off x="6824869" y="384313"/>
            <a:ext cx="5155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Python</a:t>
            </a:r>
            <a:r>
              <a:rPr lang="en-GB" sz="3600" b="1" dirty="0">
                <a:solidFill>
                  <a:schemeClr val="bg1"/>
                </a:solidFill>
              </a:rPr>
              <a:t> with </a:t>
            </a:r>
            <a:r>
              <a:rPr lang="en-GB" sz="3600" b="1" u="sng" dirty="0">
                <a:solidFill>
                  <a:schemeClr val="bg1"/>
                </a:solidFill>
              </a:rPr>
              <a:t>Khaled Saje’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CAC8-A7EB-440A-8C6F-1441F0DE50AA}"/>
              </a:ext>
            </a:extLst>
          </p:cNvPr>
          <p:cNvSpPr txBox="1"/>
          <p:nvPr/>
        </p:nvSpPr>
        <p:spPr>
          <a:xfrm>
            <a:off x="212035" y="33814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8687E-0EA6-43A5-8289-59FA27588DB8}"/>
              </a:ext>
            </a:extLst>
          </p:cNvPr>
          <p:cNvSpPr txBox="1"/>
          <p:nvPr/>
        </p:nvSpPr>
        <p:spPr>
          <a:xfrm>
            <a:off x="8479760" y="1030644"/>
            <a:ext cx="1845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rgbClr val="00B050"/>
                </a:solidFill>
              </a:rPr>
              <a:t>LEC 2</a:t>
            </a:r>
          </a:p>
        </p:txBody>
      </p:sp>
    </p:spTree>
    <p:extLst>
      <p:ext uri="{BB962C8B-B14F-4D97-AF65-F5344CB8AC3E}">
        <p14:creationId xmlns:p14="http://schemas.microsoft.com/office/powerpoint/2010/main" val="209977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7C2D2-CF01-4E79-B1F7-DE7AAC98D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92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F5213-F03B-4738-A91A-3133BC0506CE}"/>
              </a:ext>
            </a:extLst>
          </p:cNvPr>
          <p:cNvSpPr txBox="1"/>
          <p:nvPr/>
        </p:nvSpPr>
        <p:spPr>
          <a:xfrm>
            <a:off x="0" y="198783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FF00"/>
                </a:solidFill>
              </a:rPr>
              <a:t>What we will learn in this LEC:</a:t>
            </a:r>
            <a:endParaRPr lang="en-GB" sz="3600" b="1" u="sng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EDA49-B7D6-4492-A52B-5AC784AD97BB}"/>
              </a:ext>
            </a:extLst>
          </p:cNvPr>
          <p:cNvSpPr txBox="1"/>
          <p:nvPr/>
        </p:nvSpPr>
        <p:spPr>
          <a:xfrm>
            <a:off x="132521" y="2561850"/>
            <a:ext cx="5155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Print ()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Comments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Python variables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HW </a:t>
            </a:r>
          </a:p>
          <a:p>
            <a:endParaRPr lang="en-GB" sz="2400" b="1" u="sng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9AF09-7BD5-4A4C-9421-43FF64ADC239}"/>
              </a:ext>
            </a:extLst>
          </p:cNvPr>
          <p:cNvSpPr txBox="1"/>
          <p:nvPr/>
        </p:nvSpPr>
        <p:spPr>
          <a:xfrm>
            <a:off x="11099410" y="5648573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210EA-28C0-4A22-A5F7-7CDB70173004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326596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3AD098-A8BC-41DC-8ECF-0B9CE7A8ED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70"/>
          <a:stretch/>
        </p:blipFill>
        <p:spPr>
          <a:xfrm>
            <a:off x="-1" y="-30"/>
            <a:ext cx="12192000" cy="6855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A65DD-AC59-4F5A-B671-D0BA7780AFEE}"/>
              </a:ext>
            </a:extLst>
          </p:cNvPr>
          <p:cNvSpPr txBox="1"/>
          <p:nvPr/>
        </p:nvSpPr>
        <p:spPr>
          <a:xfrm>
            <a:off x="643468" y="3320859"/>
            <a:ext cx="4666470" cy="20763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Algerian" panose="04020705040A02060702" pitchFamily="82" charset="0"/>
                <a:ea typeface="+mj-ea"/>
                <a:cs typeface="+mj-cs"/>
              </a:rPr>
              <a:t>Print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function in python</a:t>
            </a:r>
          </a:p>
        </p:txBody>
      </p:sp>
      <p:sp>
        <p:nvSpPr>
          <p:cNvPr id="28" name="Freeform: Shape 21">
            <a:extLst>
              <a:ext uri="{FF2B5EF4-FFF2-40B4-BE49-F238E27FC236}">
                <a16:creationId xmlns:a16="http://schemas.microsoft.com/office/drawing/2014/main" id="{BCC55ACC-A2F6-403C-A3A4-D59B3734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7312" y="381000"/>
            <a:ext cx="6334689" cy="6477000"/>
          </a:xfrm>
          <a:custGeom>
            <a:avLst/>
            <a:gdLst>
              <a:gd name="connsiteX0" fmla="*/ 3561588 w 6334689"/>
              <a:gd name="connsiteY0" fmla="*/ 0 h 6477000"/>
              <a:gd name="connsiteX1" fmla="*/ 6309883 w 6334689"/>
              <a:gd name="connsiteY1" fmla="*/ 1296087 h 6477000"/>
              <a:gd name="connsiteX2" fmla="*/ 6334689 w 6334689"/>
              <a:gd name="connsiteY2" fmla="*/ 1329261 h 6477000"/>
              <a:gd name="connsiteX3" fmla="*/ 6334689 w 6334689"/>
              <a:gd name="connsiteY3" fmla="*/ 5793916 h 6477000"/>
              <a:gd name="connsiteX4" fmla="*/ 6309883 w 6334689"/>
              <a:gd name="connsiteY4" fmla="*/ 5827089 h 6477000"/>
              <a:gd name="connsiteX5" fmla="*/ 5760467 w 6334689"/>
              <a:gd name="connsiteY5" fmla="*/ 6363539 h 6477000"/>
              <a:gd name="connsiteX6" fmla="*/ 5607796 w 6334689"/>
              <a:gd name="connsiteY6" fmla="*/ 6477000 h 6477000"/>
              <a:gd name="connsiteX7" fmla="*/ 1519571 w 6334689"/>
              <a:gd name="connsiteY7" fmla="*/ 6477000 h 6477000"/>
              <a:gd name="connsiteX8" fmla="*/ 1296088 w 6334689"/>
              <a:gd name="connsiteY8" fmla="*/ 6309883 h 6477000"/>
              <a:gd name="connsiteX9" fmla="*/ 0 w 6334689"/>
              <a:gd name="connsiteY9" fmla="*/ 3561588 h 6477000"/>
              <a:gd name="connsiteX10" fmla="*/ 3561588 w 6334689"/>
              <a:gd name="connsiteY10" fmla="*/ 0 h 64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4689" h="6477000">
                <a:moveTo>
                  <a:pt x="3561588" y="0"/>
                </a:moveTo>
                <a:cubicBezTo>
                  <a:pt x="4668032" y="0"/>
                  <a:pt x="5656635" y="504534"/>
                  <a:pt x="6309883" y="1296087"/>
                </a:cubicBezTo>
                <a:lnTo>
                  <a:pt x="6334689" y="1329261"/>
                </a:lnTo>
                <a:lnTo>
                  <a:pt x="6334689" y="5793916"/>
                </a:lnTo>
                <a:lnTo>
                  <a:pt x="6309883" y="5827089"/>
                </a:lnTo>
                <a:cubicBezTo>
                  <a:pt x="6146571" y="6024977"/>
                  <a:pt x="5962299" y="6204927"/>
                  <a:pt x="5760467" y="6363539"/>
                </a:cubicBezTo>
                <a:lnTo>
                  <a:pt x="5607796" y="6477000"/>
                </a:lnTo>
                <a:lnTo>
                  <a:pt x="1519571" y="6477000"/>
                </a:lnTo>
                <a:lnTo>
                  <a:pt x="1296088" y="6309883"/>
                </a:lnTo>
                <a:cubicBezTo>
                  <a:pt x="504535" y="5656635"/>
                  <a:pt x="0" y="4668032"/>
                  <a:pt x="0" y="3561588"/>
                </a:cubicBezTo>
                <a:cubicBezTo>
                  <a:pt x="0" y="1594577"/>
                  <a:pt x="1594577" y="0"/>
                  <a:pt x="356158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80B60E4-5D12-49C5-BA50-1B6159FBFF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8" r="29130" b="1"/>
          <a:stretch/>
        </p:blipFill>
        <p:spPr>
          <a:xfrm>
            <a:off x="6021086" y="544804"/>
            <a:ext cx="6170914" cy="6313225"/>
          </a:xfrm>
          <a:custGeom>
            <a:avLst/>
            <a:gdLst/>
            <a:ahLst/>
            <a:cxnLst/>
            <a:rect l="l" t="t" r="r" b="b"/>
            <a:pathLst>
              <a:path w="6170914" h="6313225">
                <a:moveTo>
                  <a:pt x="3397813" y="0"/>
                </a:moveTo>
                <a:cubicBezTo>
                  <a:pt x="4453378" y="0"/>
                  <a:pt x="5396522" y="481334"/>
                  <a:pt x="6019731" y="1236489"/>
                </a:cubicBezTo>
                <a:lnTo>
                  <a:pt x="6170914" y="1438663"/>
                </a:lnTo>
                <a:lnTo>
                  <a:pt x="6170914" y="5356963"/>
                </a:lnTo>
                <a:lnTo>
                  <a:pt x="6019731" y="5559138"/>
                </a:lnTo>
                <a:cubicBezTo>
                  <a:pt x="5786028" y="5842321"/>
                  <a:pt x="5507333" y="6086998"/>
                  <a:pt x="5194591" y="6282226"/>
                </a:cubicBezTo>
                <a:lnTo>
                  <a:pt x="5141791" y="6313225"/>
                </a:lnTo>
                <a:lnTo>
                  <a:pt x="1659199" y="6313225"/>
                </a:lnTo>
                <a:lnTo>
                  <a:pt x="1498064" y="6215333"/>
                </a:lnTo>
                <a:cubicBezTo>
                  <a:pt x="594240" y="5604721"/>
                  <a:pt x="0" y="4570663"/>
                  <a:pt x="0" y="3397813"/>
                </a:cubicBezTo>
                <a:cubicBezTo>
                  <a:pt x="0" y="1521253"/>
                  <a:pt x="1521253" y="0"/>
                  <a:pt x="3397813" y="0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8317B9-1A63-44CB-A49A-8D9DC8314261}"/>
              </a:ext>
            </a:extLst>
          </p:cNvPr>
          <p:cNvSpPr txBox="1"/>
          <p:nvPr/>
        </p:nvSpPr>
        <p:spPr>
          <a:xfrm>
            <a:off x="11413132" y="631319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925768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con&#10;&#10;Description automatically generated with low confidence">
            <a:extLst>
              <a:ext uri="{FF2B5EF4-FFF2-40B4-BE49-F238E27FC236}">
                <a16:creationId xmlns:a16="http://schemas.microsoft.com/office/drawing/2014/main" id="{2746718D-329B-49B3-994F-CC899B19ED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7" b="19604"/>
          <a:stretch/>
        </p:blipFill>
        <p:spPr>
          <a:xfrm>
            <a:off x="3132160" y="1021"/>
            <a:ext cx="9059839" cy="6855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B6F7F3-50D2-4E8A-9F03-3B6E56FC02D9}"/>
              </a:ext>
            </a:extLst>
          </p:cNvPr>
          <p:cNvSpPr txBox="1"/>
          <p:nvPr/>
        </p:nvSpPr>
        <p:spPr>
          <a:xfrm>
            <a:off x="6556100" y="1099671"/>
            <a:ext cx="4972511" cy="3367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dirty="0">
                <a:latin typeface="Algerian" panose="04020705040A02060702" pitchFamily="82" charset="0"/>
                <a:ea typeface="+mj-ea"/>
                <a:cs typeface="+mj-cs"/>
              </a:rPr>
              <a:t>Comments</a:t>
            </a:r>
            <a:r>
              <a:rPr lang="en-US" sz="6600" kern="1200" dirty="0">
                <a:latin typeface="+mj-lt"/>
                <a:ea typeface="+mj-ea"/>
                <a:cs typeface="+mj-cs"/>
              </a:rPr>
              <a:t> in python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453FF84-60C1-4EA8-B49B-1B8C2D0C5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5859484" cy="6857997"/>
          </a:xfrm>
          <a:custGeom>
            <a:avLst/>
            <a:gdLst>
              <a:gd name="connsiteX0" fmla="*/ 3198825 w 5859484"/>
              <a:gd name="connsiteY0" fmla="*/ 0 h 6857997"/>
              <a:gd name="connsiteX1" fmla="*/ 3962351 w 5859484"/>
              <a:gd name="connsiteY1" fmla="*/ 0 h 6857997"/>
              <a:gd name="connsiteX2" fmla="*/ 4129776 w 5859484"/>
              <a:gd name="connsiteY2" fmla="*/ 128761 h 6857997"/>
              <a:gd name="connsiteX3" fmla="*/ 5859484 w 5859484"/>
              <a:gd name="connsiteY3" fmla="*/ 3718209 h 6857997"/>
              <a:gd name="connsiteX4" fmla="*/ 4624700 w 5859484"/>
              <a:gd name="connsiteY4" fmla="*/ 6845880 h 6857997"/>
              <a:gd name="connsiteX5" fmla="*/ 4612896 w 5859484"/>
              <a:gd name="connsiteY5" fmla="*/ 6857997 h 6857997"/>
              <a:gd name="connsiteX6" fmla="*/ 4017658 w 5859484"/>
              <a:gd name="connsiteY6" fmla="*/ 6857997 h 6857997"/>
              <a:gd name="connsiteX7" fmla="*/ 4173230 w 5859484"/>
              <a:gd name="connsiteY7" fmla="*/ 6719623 h 6857997"/>
              <a:gd name="connsiteX8" fmla="*/ 5443583 w 5859484"/>
              <a:gd name="connsiteY8" fmla="*/ 3718209 h 6857997"/>
              <a:gd name="connsiteX9" fmla="*/ 3355352 w 5859484"/>
              <a:gd name="connsiteY9" fmla="*/ 88079 h 6857997"/>
              <a:gd name="connsiteX10" fmla="*/ 0 w 5859484"/>
              <a:gd name="connsiteY10" fmla="*/ 0 h 6857997"/>
              <a:gd name="connsiteX11" fmla="*/ 2941255 w 5859484"/>
              <a:gd name="connsiteY11" fmla="*/ 0 h 6857997"/>
              <a:gd name="connsiteX12" fmla="*/ 3117080 w 5859484"/>
              <a:gd name="connsiteY12" fmla="*/ 88129 h 6857997"/>
              <a:gd name="connsiteX13" fmla="*/ 5324754 w 5859484"/>
              <a:gd name="connsiteY13" fmla="*/ 3718209 h 6857997"/>
              <a:gd name="connsiteX14" fmla="*/ 4089206 w 5859484"/>
              <a:gd name="connsiteY14" fmla="*/ 6637392 h 6857997"/>
              <a:gd name="connsiteX15" fmla="*/ 3841183 w 5859484"/>
              <a:gd name="connsiteY15" fmla="*/ 6857997 h 6857997"/>
              <a:gd name="connsiteX16" fmla="*/ 0 w 5859484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59484" h="6857997">
                <a:moveTo>
                  <a:pt x="3198825" y="0"/>
                </a:moveTo>
                <a:lnTo>
                  <a:pt x="3962351" y="0"/>
                </a:lnTo>
                <a:lnTo>
                  <a:pt x="4129776" y="128761"/>
                </a:lnTo>
                <a:cubicBezTo>
                  <a:pt x="5186152" y="981944"/>
                  <a:pt x="5859484" y="2273123"/>
                  <a:pt x="5859484" y="3718209"/>
                </a:cubicBezTo>
                <a:cubicBezTo>
                  <a:pt x="5859484" y="4922447"/>
                  <a:pt x="5391893" y="6019805"/>
                  <a:pt x="4624700" y="6845880"/>
                </a:cubicBezTo>
                <a:lnTo>
                  <a:pt x="4612896" y="6857997"/>
                </a:lnTo>
                <a:lnTo>
                  <a:pt x="4017658" y="6857997"/>
                </a:lnTo>
                <a:lnTo>
                  <a:pt x="4173230" y="6719623"/>
                </a:lnTo>
                <a:cubicBezTo>
                  <a:pt x="4958119" y="5951494"/>
                  <a:pt x="5443583" y="4890334"/>
                  <a:pt x="5443583" y="3718209"/>
                </a:cubicBezTo>
                <a:cubicBezTo>
                  <a:pt x="5443583" y="2179795"/>
                  <a:pt x="4607295" y="832535"/>
                  <a:pt x="3355352" y="88079"/>
                </a:cubicBezTo>
                <a:close/>
                <a:moveTo>
                  <a:pt x="0" y="0"/>
                </a:moveTo>
                <a:lnTo>
                  <a:pt x="2941255" y="0"/>
                </a:lnTo>
                <a:lnTo>
                  <a:pt x="3117080" y="88129"/>
                </a:lnTo>
                <a:cubicBezTo>
                  <a:pt x="4432070" y="787221"/>
                  <a:pt x="5324754" y="2150692"/>
                  <a:pt x="5324754" y="3718209"/>
                </a:cubicBezTo>
                <a:cubicBezTo>
                  <a:pt x="5324754" y="4858221"/>
                  <a:pt x="4852591" y="5890308"/>
                  <a:pt x="4089206" y="6637392"/>
                </a:cubicBezTo>
                <a:lnTo>
                  <a:pt x="3841183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87435AA8-6026-4D1A-B07B-490BA7BA5F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8" r="5158"/>
          <a:stretch/>
        </p:blipFill>
        <p:spPr>
          <a:xfrm>
            <a:off x="1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0FBDF7-FBB9-4FD8-A65C-8DF7391BC57B}"/>
              </a:ext>
            </a:extLst>
          </p:cNvPr>
          <p:cNvSpPr txBox="1"/>
          <p:nvPr/>
        </p:nvSpPr>
        <p:spPr>
          <a:xfrm>
            <a:off x="11528611" y="6303491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346335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4F206EAE-BAC4-498E-927B-C411F6BFDC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0" r="-1" b="2169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7C9D6399-69DC-43C7-979D-C036BB45D6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3" r="-1" b="6794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1F0D3-1F90-4C28-9CC9-8A82F2BBF6A9}"/>
              </a:ext>
            </a:extLst>
          </p:cNvPr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Python Variables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F43BE34-301E-4E05-AC2C-DC8649E20157}"/>
              </a:ext>
            </a:extLst>
          </p:cNvPr>
          <p:cNvSpPr txBox="1"/>
          <p:nvPr/>
        </p:nvSpPr>
        <p:spPr>
          <a:xfrm>
            <a:off x="11555896" y="6304004"/>
            <a:ext cx="51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3561842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FC505497-1B97-42B5-8932-165C565DC0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5" t="9091" r="20339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06DA-BA6A-469F-9593-A42193E329C6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latin typeface="Algerian" panose="04020705040A02060702" pitchFamily="82" charset="0"/>
                <a:ea typeface="+mj-ea"/>
                <a:cs typeface="+mj-cs"/>
              </a:rPr>
              <a:t>Python HW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361E4-FF48-471C-8126-F748943FB279}"/>
              </a:ext>
            </a:extLst>
          </p:cNvPr>
          <p:cNvSpPr txBox="1"/>
          <p:nvPr/>
        </p:nvSpPr>
        <p:spPr>
          <a:xfrm>
            <a:off x="11672752" y="6394389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92259-9B52-45DC-8992-83425B9A133E}"/>
              </a:ext>
            </a:extLst>
          </p:cNvPr>
          <p:cNvSpPr txBox="1"/>
          <p:nvPr/>
        </p:nvSpPr>
        <p:spPr>
          <a:xfrm>
            <a:off x="8574157" y="5135433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KST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D3A5A-FB71-42E9-BAD6-DBD7B8524232}"/>
              </a:ext>
            </a:extLst>
          </p:cNvPr>
          <p:cNvSpPr txBox="1"/>
          <p:nvPr/>
        </p:nvSpPr>
        <p:spPr>
          <a:xfrm>
            <a:off x="8150088" y="698835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KST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E0B63-3137-4757-9E7D-17BD51712B1D}"/>
              </a:ext>
            </a:extLst>
          </p:cNvPr>
          <p:cNvSpPr txBox="1"/>
          <p:nvPr/>
        </p:nvSpPr>
        <p:spPr>
          <a:xfrm>
            <a:off x="573450" y="532608"/>
            <a:ext cx="408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1068650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78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Vladimir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khaled tayem</dc:creator>
  <cp:lastModifiedBy>khaled tayem</cp:lastModifiedBy>
  <cp:revision>3</cp:revision>
  <dcterms:created xsi:type="dcterms:W3CDTF">2022-04-04T14:00:55Z</dcterms:created>
  <dcterms:modified xsi:type="dcterms:W3CDTF">2022-04-06T13:12:36Z</dcterms:modified>
</cp:coreProperties>
</file>