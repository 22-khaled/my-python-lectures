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7DD2-1AA3-4CA5-81B5-781D8C3FC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18F4E-0BD3-45C1-A8AE-F5EE5683A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DB6D9-908C-4EE1-8D27-331C242B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DC93E-BB4C-4132-BB4D-F779BF17B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05068-3274-47D9-82D3-E63066A0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458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BB4D-62E8-48BB-906A-9E8457DD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E8A5D-BD49-48A7-91F3-449F68337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3EDD0-30A3-44BD-A4BE-BBB8EACBF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C99B0-538D-4660-9D23-52EF93CF7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C5627-AD23-4B45-8911-6F0851228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06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ED3C-4D0E-4280-9D60-A528732EC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99E79-6011-44E2-91CB-78ACD09D3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37988-CBDB-4210-A8E6-E6B1D936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00092-5BB4-46BA-A391-C03E893B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CE577-A1AB-481C-9607-05D6A79F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06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2A404-C78B-43E7-BD87-F58C52E8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0B09A-721F-4D4B-A1C4-5E37F0480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1CA0B-F31E-4AAF-89F9-1D874D9B8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AB7FB-EB76-4D34-AA7D-E2E207AC8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07F2A-4354-4446-86F1-846AD4DA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861AA-CDF6-4299-B4B5-B80DCB7D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97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15A3-4133-48AC-A3F7-A27351CC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EC8C8-E068-42D3-9617-DA96B9154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3F2F8-DB1C-400B-8325-6E3BA9B93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467A95-CC0C-404D-8B74-989B2E656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B141D-73C0-4726-8EB2-B29109C40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C494F-01F0-4E1B-88B0-DA641A4F7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E8D70-7438-4387-BB2E-1EEC9070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30B5C-5CD3-4405-A970-AF27580E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14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EECC-5C3F-4B21-87F5-DAA4526D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1C52B-F9BB-47BA-B746-8F706886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4C7AF4-8ADA-42EA-8E17-364F95AE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44691-2D9D-4C01-AEF3-30ECC0A3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63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625-405F-405A-838B-B46ACD259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13153-FB3E-4891-AC44-D550C4F6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5D2C1-E488-4A94-B117-49B4F3F7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1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FF1D-DDA9-43D2-8A7E-66E05C268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B9B29-30AF-4CBD-A5DC-33985407C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50C46-3761-4FA4-91F2-3FFB934F3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0E294-DCFA-4D82-A035-BBE5EE89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386F5-83BB-4DAE-974A-4F7B7184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E2910-D7D3-4D6E-A5A5-2166C78C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677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CDD3-C230-44B1-B0BC-47B5E1C3D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1D863-3EE8-4F2F-AC92-AB2EF866C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BDF5F-D915-4652-B156-0783E0039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80F4E-FA0D-46E4-8EF4-897EF45E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038B4-6F98-4CC9-BEBC-19C0E02C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A42BB-183A-4D5C-AC8B-BD0C1742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76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8E8D-267C-4754-991A-765F1455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53EEA-C998-4380-9B0F-95AAFBE2E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66AD1-87BA-471C-BC17-76B791DE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92292-8A4C-4A15-A118-4A50AE5F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983D2-5C02-49B4-82B3-B99FCC53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33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FBD7B-0D88-435B-9624-128FBAF66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6D2BA-73B7-43DF-8027-7B01B879C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894FE-A403-4110-A930-87A546F51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85AB5-2E58-4713-8467-D8DBB73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8CEF0-57C9-4BAB-AA79-0804809D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95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C4323-ECD8-40A7-9822-AEEF2982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5BDDD-8134-4D1F-ABCB-5E2157A3C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0D144-E866-45EE-9B45-2C0A20A0F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29D59-5EBE-4848-865A-137C336D4A4C}" type="datetimeFigureOut">
              <a:rPr lang="en-GB" smtClean="0"/>
              <a:t>12/04/2022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F2B0E-0C23-4663-AB30-18286965D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00E50-BB7A-4387-B872-B7C8E28FB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E5DF1-2CDA-478E-AF72-22784289D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83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03AF37-AA73-469C-A9EA-DF8D8C5F63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2"/>
          <a:stretch/>
        </p:blipFill>
        <p:spPr>
          <a:xfrm>
            <a:off x="1460597" y="10"/>
            <a:ext cx="9270806" cy="6857990"/>
          </a:xfrm>
          <a:custGeom>
            <a:avLst/>
            <a:gdLst/>
            <a:ahLst/>
            <a:cxnLst/>
            <a:rect l="l" t="t" r="r" b="b"/>
            <a:pathLst>
              <a:path w="9270806" h="6858000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A39267-49BC-486C-8152-6C4A26309710}"/>
              </a:ext>
            </a:extLst>
          </p:cNvPr>
          <p:cNvSpPr txBox="1"/>
          <p:nvPr/>
        </p:nvSpPr>
        <p:spPr>
          <a:xfrm>
            <a:off x="160902" y="92766"/>
            <a:ext cx="13612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Vladimir Script" panose="03050402040407070305" pitchFamily="66" charset="0"/>
              </a:rPr>
              <a:t>KST</a:t>
            </a:r>
            <a:endParaRPr lang="en-GB" sz="4800" dirty="0">
              <a:latin typeface="Vladimir Script" panose="03050402040407070305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C07F2-1905-457D-8480-B7C94FE9F6F6}"/>
              </a:ext>
            </a:extLst>
          </p:cNvPr>
          <p:cNvSpPr txBox="1"/>
          <p:nvPr/>
        </p:nvSpPr>
        <p:spPr>
          <a:xfrm>
            <a:off x="2357167" y="71601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KST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19F210-EB78-46E2-B524-0C784E5239A1}"/>
              </a:ext>
            </a:extLst>
          </p:cNvPr>
          <p:cNvSpPr txBox="1"/>
          <p:nvPr/>
        </p:nvSpPr>
        <p:spPr>
          <a:xfrm>
            <a:off x="1685188" y="2686688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EPE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7B678-FB6D-422B-B473-7174AFCD27AB}"/>
              </a:ext>
            </a:extLst>
          </p:cNvPr>
          <p:cNvSpPr txBox="1"/>
          <p:nvPr/>
        </p:nvSpPr>
        <p:spPr>
          <a:xfrm>
            <a:off x="1829458" y="4241864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C8AC5-252A-4DD3-970D-4F9E6336D1C9}"/>
              </a:ext>
            </a:extLst>
          </p:cNvPr>
          <p:cNvSpPr txBox="1"/>
          <p:nvPr/>
        </p:nvSpPr>
        <p:spPr>
          <a:xfrm>
            <a:off x="4523897" y="52659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CHESS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5F17B-3837-493E-8164-C37EC2982BB7}"/>
              </a:ext>
            </a:extLst>
          </p:cNvPr>
          <p:cNvSpPr txBox="1"/>
          <p:nvPr/>
        </p:nvSpPr>
        <p:spPr>
          <a:xfrm>
            <a:off x="5805605" y="2686688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AI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C7686-0F2C-4F0C-8CFB-D90B135475E4}"/>
              </a:ext>
            </a:extLst>
          </p:cNvPr>
          <p:cNvSpPr txBox="1"/>
          <p:nvPr/>
        </p:nvSpPr>
        <p:spPr>
          <a:xfrm>
            <a:off x="8194749" y="17165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ML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44761C-A979-4F6C-9756-153ED55EAB3B}"/>
              </a:ext>
            </a:extLst>
          </p:cNvPr>
          <p:cNvSpPr txBox="1"/>
          <p:nvPr/>
        </p:nvSpPr>
        <p:spPr>
          <a:xfrm>
            <a:off x="8786578" y="4213811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PYTHON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D4D606-7AA9-4ECB-AA09-A9C3AFED4C37}"/>
              </a:ext>
            </a:extLst>
          </p:cNvPr>
          <p:cNvSpPr txBox="1"/>
          <p:nvPr/>
        </p:nvSpPr>
        <p:spPr>
          <a:xfrm>
            <a:off x="8998816" y="31884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29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417AF-78C8-4A96-B589-FB13B949A86A}"/>
              </a:ext>
            </a:extLst>
          </p:cNvPr>
          <p:cNvSpPr txBox="1"/>
          <p:nvPr/>
        </p:nvSpPr>
        <p:spPr>
          <a:xfrm>
            <a:off x="2839030" y="5726488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10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710DD-4CFE-4103-ACE2-BB8E7AC1BCE9}"/>
              </a:ext>
            </a:extLst>
          </p:cNvPr>
          <p:cNvSpPr txBox="1"/>
          <p:nvPr/>
        </p:nvSpPr>
        <p:spPr>
          <a:xfrm>
            <a:off x="6869532" y="4657362"/>
            <a:ext cx="6848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2001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33680E-639E-456C-B6DF-09DDE1616DC9}"/>
              </a:ext>
            </a:extLst>
          </p:cNvPr>
          <p:cNvSpPr txBox="1"/>
          <p:nvPr/>
        </p:nvSpPr>
        <p:spPr>
          <a:xfrm>
            <a:off x="7923681" y="3545353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DE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1832F-6303-45B2-9E77-9173459254C1}"/>
              </a:ext>
            </a:extLst>
          </p:cNvPr>
          <p:cNvSpPr txBox="1"/>
          <p:nvPr/>
        </p:nvSpPr>
        <p:spPr>
          <a:xfrm>
            <a:off x="4250910" y="4030424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ENG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5AE32E-EB47-4DDE-B563-BB6605AA918E}"/>
              </a:ext>
            </a:extLst>
          </p:cNvPr>
          <p:cNvSpPr txBox="1"/>
          <p:nvPr/>
        </p:nvSpPr>
        <p:spPr>
          <a:xfrm>
            <a:off x="6257024" y="1131512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NOVELS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9FEF1-ECA6-4F6E-BCF8-0E2A21E6D841}"/>
              </a:ext>
            </a:extLst>
          </p:cNvPr>
          <p:cNvSpPr txBox="1"/>
          <p:nvPr/>
        </p:nvSpPr>
        <p:spPr>
          <a:xfrm>
            <a:off x="7029191" y="2626476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BOOKS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60DFCA-A21D-4B15-B8F5-22877AA651BF}"/>
              </a:ext>
            </a:extLst>
          </p:cNvPr>
          <p:cNvSpPr txBox="1"/>
          <p:nvPr/>
        </p:nvSpPr>
        <p:spPr>
          <a:xfrm>
            <a:off x="4150683" y="5518739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TSAONGAF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01EA1-93F8-4B43-862B-746A774CBD91}"/>
              </a:ext>
            </a:extLst>
          </p:cNvPr>
          <p:cNvSpPr txBox="1"/>
          <p:nvPr/>
        </p:nvSpPr>
        <p:spPr>
          <a:xfrm>
            <a:off x="5307244" y="3774537"/>
            <a:ext cx="19046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CONFIDENCE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D0E430-F901-4D95-B4A1-DB9E5729B42E}"/>
              </a:ext>
            </a:extLst>
          </p:cNvPr>
          <p:cNvSpPr txBox="1"/>
          <p:nvPr/>
        </p:nvSpPr>
        <p:spPr>
          <a:xfrm>
            <a:off x="3017118" y="3102186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TM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8E6EC5-EEDC-4F35-95BB-7B1C57488269}"/>
              </a:ext>
            </a:extLst>
          </p:cNvPr>
          <p:cNvSpPr txBox="1"/>
          <p:nvPr/>
        </p:nvSpPr>
        <p:spPr>
          <a:xfrm>
            <a:off x="3689496" y="212544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SD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6BC00-6F99-43D5-AE5B-54C1BD894D16}"/>
              </a:ext>
            </a:extLst>
          </p:cNvPr>
          <p:cNvSpPr txBox="1"/>
          <p:nvPr/>
        </p:nvSpPr>
        <p:spPr>
          <a:xfrm>
            <a:off x="6711797" y="4177768"/>
            <a:ext cx="13676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RANDOM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6ADE8A-8EED-4C0F-8BAF-E9D9F29FA919}"/>
              </a:ext>
            </a:extLst>
          </p:cNvPr>
          <p:cNvSpPr txBox="1"/>
          <p:nvPr/>
        </p:nvSpPr>
        <p:spPr>
          <a:xfrm>
            <a:off x="4263152" y="487854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KST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62901E-13A6-4658-8978-17B89B7E82E6}"/>
              </a:ext>
            </a:extLst>
          </p:cNvPr>
          <p:cNvSpPr txBox="1"/>
          <p:nvPr/>
        </p:nvSpPr>
        <p:spPr>
          <a:xfrm>
            <a:off x="6833658" y="1816333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EPE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9E7BC0-2248-4C76-8350-DE3FF635C27E}"/>
              </a:ext>
            </a:extLst>
          </p:cNvPr>
          <p:cNvSpPr txBox="1"/>
          <p:nvPr/>
        </p:nvSpPr>
        <p:spPr>
          <a:xfrm>
            <a:off x="3284779" y="4225915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C40FB3-5D77-43C4-ADB5-E4B9C2DDA124}"/>
              </a:ext>
            </a:extLst>
          </p:cNvPr>
          <p:cNvSpPr txBox="1"/>
          <p:nvPr/>
        </p:nvSpPr>
        <p:spPr>
          <a:xfrm>
            <a:off x="4377267" y="283422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10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EBD21F-6E1C-4D15-A5CA-6DB2101A4551}"/>
              </a:ext>
            </a:extLst>
          </p:cNvPr>
          <p:cNvSpPr txBox="1"/>
          <p:nvPr/>
        </p:nvSpPr>
        <p:spPr>
          <a:xfrm>
            <a:off x="6434477" y="5561595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TSAONGAF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0A4C6F-8B5D-4094-9872-597B262AE1EF}"/>
              </a:ext>
            </a:extLst>
          </p:cNvPr>
          <p:cNvSpPr txBox="1"/>
          <p:nvPr/>
        </p:nvSpPr>
        <p:spPr>
          <a:xfrm>
            <a:off x="6235622" y="2300497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ENG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39D76C-ECB5-4648-B37E-FE9E287BA3DD}"/>
              </a:ext>
            </a:extLst>
          </p:cNvPr>
          <p:cNvSpPr txBox="1"/>
          <p:nvPr/>
        </p:nvSpPr>
        <p:spPr>
          <a:xfrm>
            <a:off x="4015678" y="262806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SD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08208-F5CA-477B-9508-092E6E3035FD}"/>
              </a:ext>
            </a:extLst>
          </p:cNvPr>
          <p:cNvSpPr txBox="1"/>
          <p:nvPr/>
        </p:nvSpPr>
        <p:spPr>
          <a:xfrm>
            <a:off x="4734176" y="137471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CHESS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8ED31D-16D5-47CD-8F81-DD0F8E13CE7B}"/>
              </a:ext>
            </a:extLst>
          </p:cNvPr>
          <p:cNvSpPr txBox="1"/>
          <p:nvPr/>
        </p:nvSpPr>
        <p:spPr>
          <a:xfrm>
            <a:off x="6409434" y="1588115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NOVELS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628D35-5CD4-4C89-A482-8DF75BEAE2E1}"/>
              </a:ext>
            </a:extLst>
          </p:cNvPr>
          <p:cNvSpPr txBox="1"/>
          <p:nvPr/>
        </p:nvSpPr>
        <p:spPr>
          <a:xfrm>
            <a:off x="7977382" y="940907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29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8AA568-EAED-4A96-B00A-2C3AE46CFDFC}"/>
              </a:ext>
            </a:extLst>
          </p:cNvPr>
          <p:cNvSpPr txBox="1"/>
          <p:nvPr/>
        </p:nvSpPr>
        <p:spPr>
          <a:xfrm>
            <a:off x="8347149" y="18689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ML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CDC1C1-51EF-4A5D-A24C-913F2BE9D344}"/>
              </a:ext>
            </a:extLst>
          </p:cNvPr>
          <p:cNvSpPr txBox="1"/>
          <p:nvPr/>
        </p:nvSpPr>
        <p:spPr>
          <a:xfrm>
            <a:off x="9128854" y="2729644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DE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F2911A-CE63-4D3E-B7C0-F09AA041BED6}"/>
              </a:ext>
            </a:extLst>
          </p:cNvPr>
          <p:cNvSpPr txBox="1"/>
          <p:nvPr/>
        </p:nvSpPr>
        <p:spPr>
          <a:xfrm>
            <a:off x="7620770" y="4913732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BOOKS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125D0E-EA1C-4CFB-A96F-E05FCF726B03}"/>
              </a:ext>
            </a:extLst>
          </p:cNvPr>
          <p:cNvSpPr txBox="1"/>
          <p:nvPr/>
        </p:nvSpPr>
        <p:spPr>
          <a:xfrm>
            <a:off x="5942452" y="6109998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PYTHON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81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67BA5D-BEF8-4CF3-83FD-0055F5B74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280615-D21F-442B-A58E-AFC52EABAFB2}"/>
              </a:ext>
            </a:extLst>
          </p:cNvPr>
          <p:cNvSpPr txBox="1"/>
          <p:nvPr/>
        </p:nvSpPr>
        <p:spPr>
          <a:xfrm>
            <a:off x="6824869" y="384313"/>
            <a:ext cx="5155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92D050"/>
                </a:solidFill>
              </a:rPr>
              <a:t>Python</a:t>
            </a:r>
            <a:r>
              <a:rPr lang="en-GB" sz="3600" b="1" dirty="0">
                <a:solidFill>
                  <a:schemeClr val="bg1"/>
                </a:solidFill>
              </a:rPr>
              <a:t> with </a:t>
            </a:r>
            <a:r>
              <a:rPr lang="en-GB" sz="3600" b="1" u="sng" dirty="0">
                <a:solidFill>
                  <a:schemeClr val="bg1"/>
                </a:solidFill>
              </a:rPr>
              <a:t>Khaled Saje’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BCAC8-A7EB-440A-8C6F-1441F0DE50AA}"/>
              </a:ext>
            </a:extLst>
          </p:cNvPr>
          <p:cNvSpPr txBox="1"/>
          <p:nvPr/>
        </p:nvSpPr>
        <p:spPr>
          <a:xfrm>
            <a:off x="212035" y="338146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8687E-0EA6-43A5-8289-59FA27588DB8}"/>
              </a:ext>
            </a:extLst>
          </p:cNvPr>
          <p:cNvSpPr txBox="1"/>
          <p:nvPr/>
        </p:nvSpPr>
        <p:spPr>
          <a:xfrm>
            <a:off x="8477836" y="1030644"/>
            <a:ext cx="1845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rgbClr val="00B050"/>
                </a:solidFill>
              </a:rPr>
              <a:t>LEC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BFAD4-6838-4E1F-916B-722FFCC709ED}"/>
              </a:ext>
            </a:extLst>
          </p:cNvPr>
          <p:cNvSpPr txBox="1"/>
          <p:nvPr/>
        </p:nvSpPr>
        <p:spPr>
          <a:xfrm>
            <a:off x="11099410" y="5648573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</p:spTree>
    <p:extLst>
      <p:ext uri="{BB962C8B-B14F-4D97-AF65-F5344CB8AC3E}">
        <p14:creationId xmlns:p14="http://schemas.microsoft.com/office/powerpoint/2010/main" val="209977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7C2D2-CF01-4E79-B1F7-DE7AAC98D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92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5F5213-F03B-4738-A91A-3133BC0506CE}"/>
              </a:ext>
            </a:extLst>
          </p:cNvPr>
          <p:cNvSpPr txBox="1"/>
          <p:nvPr/>
        </p:nvSpPr>
        <p:spPr>
          <a:xfrm>
            <a:off x="0" y="198783"/>
            <a:ext cx="5155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FF00"/>
                </a:solidFill>
              </a:rPr>
              <a:t>What we will learn in this LEC:</a:t>
            </a:r>
            <a:endParaRPr lang="en-GB" sz="3600" b="1" u="sng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EDA49-B7D6-4492-A52B-5AC784AD97BB}"/>
              </a:ext>
            </a:extLst>
          </p:cNvPr>
          <p:cNvSpPr txBox="1"/>
          <p:nvPr/>
        </p:nvSpPr>
        <p:spPr>
          <a:xfrm>
            <a:off x="132521" y="2561850"/>
            <a:ext cx="51550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Complete Datatypes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GB" sz="2400" b="1" u="sng" dirty="0">
                <a:solidFill>
                  <a:schemeClr val="bg1"/>
                </a:solidFill>
              </a:rPr>
              <a:t>List and array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GB" sz="2400" b="1" u="sng" dirty="0">
                <a:solidFill>
                  <a:schemeClr val="bg1"/>
                </a:solidFill>
              </a:rPr>
              <a:t>Dictionary</a:t>
            </a:r>
          </a:p>
          <a:p>
            <a:endParaRPr lang="en-GB" sz="2400" b="1" u="sng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9AF09-7BD5-4A4C-9421-43FF64ADC239}"/>
              </a:ext>
            </a:extLst>
          </p:cNvPr>
          <p:cNvSpPr txBox="1"/>
          <p:nvPr/>
        </p:nvSpPr>
        <p:spPr>
          <a:xfrm>
            <a:off x="11296357" y="6000265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210EA-28C0-4A22-A5F7-7CDB70173004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326596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68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Vladimir Script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khaled tayem</dc:creator>
  <cp:lastModifiedBy>khaled tayem</cp:lastModifiedBy>
  <cp:revision>1</cp:revision>
  <dcterms:created xsi:type="dcterms:W3CDTF">2022-04-12T01:05:27Z</dcterms:created>
  <dcterms:modified xsi:type="dcterms:W3CDTF">2022-04-12T01:07:54Z</dcterms:modified>
</cp:coreProperties>
</file>