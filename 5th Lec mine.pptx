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57" r:id="rId4"/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0F595-8198-4C3D-AEB3-9A1DEEAD51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01E260-005F-4BD1-8E5C-C376BCA11C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75476-BC2E-4C91-B44E-99BD40B1A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0930-8D52-4922-B5D1-C720D8CEFEF0}" type="datetimeFigureOut">
              <a:rPr lang="en-GB" smtClean="0"/>
              <a:t>13/04/2022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FE355-5B00-403C-9196-B986ADF9C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331A1-16DD-4BA0-8371-EC912821E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E9F6-019D-4B45-B2EC-FD2C86CA04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6769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AC340-3AC4-4219-B009-FC339D469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667A1-A700-4527-AE6C-E7BD56A27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93B51-A7B2-4CA8-B133-16F0A22AB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0930-8D52-4922-B5D1-C720D8CEFEF0}" type="datetimeFigureOut">
              <a:rPr lang="en-GB" smtClean="0"/>
              <a:t>13/04/2022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03E65-74BF-4BE0-A06E-552642C1C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AA4FC-35C5-4D1E-81F5-11C1B35D2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E9F6-019D-4B45-B2EC-FD2C86CA04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5944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E436E-F238-408B-8C33-16171F9F8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BE8D2-7DEF-4846-9F34-ABBAC1869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3A40A-7C59-4BC7-B795-A8A031D3D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0930-8D52-4922-B5D1-C720D8CEFEF0}" type="datetimeFigureOut">
              <a:rPr lang="en-GB" smtClean="0"/>
              <a:t>13/04/2022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B4429-1C60-45B6-945C-44FB5C518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689F5-1335-446A-A6A1-AB23B998F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E9F6-019D-4B45-B2EC-FD2C86CA04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0532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D2544-F484-4DD3-859B-3AE7E4040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600A1-1E7C-482B-92F7-2045184D5D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DB8DAD-86AF-4043-8CD7-70C07A1AD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8FA756-EC10-4A3C-99A8-8CE0FC29D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0930-8D52-4922-B5D1-C720D8CEFEF0}" type="datetimeFigureOut">
              <a:rPr lang="en-GB" smtClean="0"/>
              <a:t>13/04/2022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097E14-49BC-4E57-A5F3-2CC5BB835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6F6BA3-1002-4DEE-8F79-F1BD06009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E9F6-019D-4B45-B2EC-FD2C86CA04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8220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F4D73-FA48-4D36-B324-3C0E9DD2A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A0EC7-ADE9-455A-B90E-04E1C3959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ACBBB0-65A0-47B0-9E09-14E3904B0A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4F578E-5FDB-42BD-AFFD-DE710A9092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E0DC9E-6E5F-49E5-A26E-8E277415C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439E3-B161-4F52-829E-227D9338B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0930-8D52-4922-B5D1-C720D8CEFEF0}" type="datetimeFigureOut">
              <a:rPr lang="en-GB" smtClean="0"/>
              <a:t>13/04/2022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95F414-9E1E-4DFF-B578-BE194937A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6E91F5-E7D5-4B10-93B9-768123EB6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E9F6-019D-4B45-B2EC-FD2C86CA04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5204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76008-4E55-4B38-B083-CF1A2350D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9BB260-F936-4D81-A644-467CBD6BE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0930-8D52-4922-B5D1-C720D8CEFEF0}" type="datetimeFigureOut">
              <a:rPr lang="en-GB" smtClean="0"/>
              <a:t>13/04/2022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8538A-0F6F-4FC8-81F2-2751438D6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CD2039-9900-4BD8-B858-2E8B7F6E0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E9F6-019D-4B45-B2EC-FD2C86CA04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0751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61A1F3-A34D-4034-9319-06BF1B9F8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0930-8D52-4922-B5D1-C720D8CEFEF0}" type="datetimeFigureOut">
              <a:rPr lang="en-GB" smtClean="0"/>
              <a:t>13/04/2022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FBAC4C-C890-4690-8F92-CBDEE482D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ED782-DEE6-48C5-AB53-1618654FF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E9F6-019D-4B45-B2EC-FD2C86CA04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1212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32850-1A30-41AB-954E-63DE70738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27CAB-ACBE-4CCE-B765-B0395A74D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2EF725-6A28-47D9-9950-63B7DE1C3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51D8CF-9CE5-44F4-ACE8-213AAA3E4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0930-8D52-4922-B5D1-C720D8CEFEF0}" type="datetimeFigureOut">
              <a:rPr lang="en-GB" smtClean="0"/>
              <a:t>13/04/2022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E6B964-1D39-4482-AC27-FD5181C52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AAD61-737E-4AB1-B01E-CA8D7FE9F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E9F6-019D-4B45-B2EC-FD2C86CA04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8707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81128-94DE-4985-8FC5-DD54CE183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461A07-1259-438E-B3D3-C18C09E79B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828107-0889-4AD0-B651-5F3EA5FB7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0D16C4-79EE-4A98-B7B5-B6C40E53C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0930-8D52-4922-B5D1-C720D8CEFEF0}" type="datetimeFigureOut">
              <a:rPr lang="en-GB" smtClean="0"/>
              <a:t>13/04/2022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07A445-4947-48AD-B1CE-F3AFDFDF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49E3C6-935C-454A-9431-5D51BE621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E9F6-019D-4B45-B2EC-FD2C86CA04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8073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361A5-1070-45AD-8B60-75FBE3B91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0A5D7A-0A60-485E-9F97-69C6E39A6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F438A-2AB6-42E6-9A60-D58BF9CEF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0930-8D52-4922-B5D1-C720D8CEFEF0}" type="datetimeFigureOut">
              <a:rPr lang="en-GB" smtClean="0"/>
              <a:t>13/04/2022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E89E9-449F-4DD9-8AA3-5193FB174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DBCC0-19ED-439B-BA07-7214D8F83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E9F6-019D-4B45-B2EC-FD2C86CA04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9110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DB6FA8-431C-4A72-B3C7-DDE04A1780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A45330-5487-4131-B23C-9A249F7CD1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C91C7-783D-4F14-95EE-A9BC07EF2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0930-8D52-4922-B5D1-C720D8CEFEF0}" type="datetimeFigureOut">
              <a:rPr lang="en-GB" smtClean="0"/>
              <a:t>13/04/2022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83DB9-5996-4148-B4C1-5A3A6F352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3EAA3-CCA3-476E-A3C9-F081502C4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E9F6-019D-4B45-B2EC-FD2C86CA04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2756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3AB80C-EAF5-44A0-BEEA-FBB39B1B0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03331-AC37-42C9-929E-A740E861D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276D1-C80E-4917-8AD2-11D5A9E9A4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50930-8D52-4922-B5D1-C720D8CEFEF0}" type="datetimeFigureOut">
              <a:rPr lang="en-GB" smtClean="0"/>
              <a:t>13/04/2022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72A25-D44D-4449-81E4-EEE8B7ACF9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3989B-97C3-4DFF-A4F6-07339E0B4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C1E9F6-019D-4B45-B2EC-FD2C86CA04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04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E03AF37-AA73-469C-A9EA-DF8D8C5F63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32"/>
          <a:stretch/>
        </p:blipFill>
        <p:spPr>
          <a:xfrm>
            <a:off x="1460597" y="10"/>
            <a:ext cx="9270806" cy="6857990"/>
          </a:xfrm>
          <a:custGeom>
            <a:avLst/>
            <a:gdLst/>
            <a:ahLst/>
            <a:cxnLst/>
            <a:rect l="l" t="t" r="r" b="b"/>
            <a:pathLst>
              <a:path w="9270806" h="6858000">
                <a:moveTo>
                  <a:pt x="1503712" y="0"/>
                </a:moveTo>
                <a:lnTo>
                  <a:pt x="7767094" y="0"/>
                </a:lnTo>
                <a:lnTo>
                  <a:pt x="7913128" y="139721"/>
                </a:lnTo>
                <a:cubicBezTo>
                  <a:pt x="8751971" y="981521"/>
                  <a:pt x="9270806" y="2144457"/>
                  <a:pt x="9270806" y="3429000"/>
                </a:cubicBezTo>
                <a:cubicBezTo>
                  <a:pt x="9270806" y="4713544"/>
                  <a:pt x="8751971" y="5876479"/>
                  <a:pt x="7913128" y="6718279"/>
                </a:cubicBezTo>
                <a:lnTo>
                  <a:pt x="7767094" y="6858000"/>
                </a:lnTo>
                <a:lnTo>
                  <a:pt x="1503712" y="6858000"/>
                </a:lnTo>
                <a:lnTo>
                  <a:pt x="1357679" y="6718279"/>
                </a:lnTo>
                <a:cubicBezTo>
                  <a:pt x="518835" y="5876479"/>
                  <a:pt x="0" y="4713544"/>
                  <a:pt x="0" y="3429000"/>
                </a:cubicBezTo>
                <a:cubicBezTo>
                  <a:pt x="0" y="2144457"/>
                  <a:pt x="518835" y="981521"/>
                  <a:pt x="1357679" y="139721"/>
                </a:cubicBezTo>
                <a:close/>
              </a:path>
            </a:pathLst>
          </a:cu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A39267-49BC-486C-8152-6C4A26309710}"/>
              </a:ext>
            </a:extLst>
          </p:cNvPr>
          <p:cNvSpPr txBox="1"/>
          <p:nvPr/>
        </p:nvSpPr>
        <p:spPr>
          <a:xfrm>
            <a:off x="160902" y="92766"/>
            <a:ext cx="13612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Vladimir Script" panose="03050402040407070305" pitchFamily="66" charset="0"/>
              </a:rPr>
              <a:t>KST</a:t>
            </a:r>
            <a:endParaRPr lang="en-GB" sz="4800" dirty="0">
              <a:latin typeface="Vladimir Script" panose="03050402040407070305" pitchFamily="66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DC07F2-1905-457D-8480-B7C94FE9F6F6}"/>
              </a:ext>
            </a:extLst>
          </p:cNvPr>
          <p:cNvSpPr txBox="1"/>
          <p:nvPr/>
        </p:nvSpPr>
        <p:spPr>
          <a:xfrm>
            <a:off x="2357167" y="716014"/>
            <a:ext cx="69923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KST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19F210-EB78-46E2-B524-0C784E5239A1}"/>
              </a:ext>
            </a:extLst>
          </p:cNvPr>
          <p:cNvSpPr txBox="1"/>
          <p:nvPr/>
        </p:nvSpPr>
        <p:spPr>
          <a:xfrm>
            <a:off x="1685188" y="2686688"/>
            <a:ext cx="67197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EPE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B7B678-FB6D-422B-B473-7174AFCD27AB}"/>
              </a:ext>
            </a:extLst>
          </p:cNvPr>
          <p:cNvSpPr txBox="1"/>
          <p:nvPr/>
        </p:nvSpPr>
        <p:spPr>
          <a:xfrm>
            <a:off x="1829458" y="4241864"/>
            <a:ext cx="52770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TT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AC8AC5-252A-4DD3-970D-4F9E6336D1C9}"/>
              </a:ext>
            </a:extLst>
          </p:cNvPr>
          <p:cNvSpPr txBox="1"/>
          <p:nvPr/>
        </p:nvSpPr>
        <p:spPr>
          <a:xfrm>
            <a:off x="4523897" y="526594"/>
            <a:ext cx="106150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CHESS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85F17B-3837-493E-8164-C37EC2982BB7}"/>
              </a:ext>
            </a:extLst>
          </p:cNvPr>
          <p:cNvSpPr txBox="1"/>
          <p:nvPr/>
        </p:nvSpPr>
        <p:spPr>
          <a:xfrm>
            <a:off x="5805605" y="2686688"/>
            <a:ext cx="54213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AI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DC7686-0F2C-4F0C-8CFB-D90B135475E4}"/>
              </a:ext>
            </a:extLst>
          </p:cNvPr>
          <p:cNvSpPr txBox="1"/>
          <p:nvPr/>
        </p:nvSpPr>
        <p:spPr>
          <a:xfrm>
            <a:off x="8194749" y="1716553"/>
            <a:ext cx="59182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ML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44761C-A979-4F6C-9756-153ED55EAB3B}"/>
              </a:ext>
            </a:extLst>
          </p:cNvPr>
          <p:cNvSpPr txBox="1"/>
          <p:nvPr/>
        </p:nvSpPr>
        <p:spPr>
          <a:xfrm>
            <a:off x="8786578" y="4213811"/>
            <a:ext cx="129394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PYTHON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D4D606-7AA9-4ECB-AA09-A9C3AFED4C37}"/>
              </a:ext>
            </a:extLst>
          </p:cNvPr>
          <p:cNvSpPr txBox="1"/>
          <p:nvPr/>
        </p:nvSpPr>
        <p:spPr>
          <a:xfrm>
            <a:off x="8998816" y="318845"/>
            <a:ext cx="4347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29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B417AF-78C8-4A96-B589-FB13B949A86A}"/>
              </a:ext>
            </a:extLst>
          </p:cNvPr>
          <p:cNvSpPr txBox="1"/>
          <p:nvPr/>
        </p:nvSpPr>
        <p:spPr>
          <a:xfrm>
            <a:off x="2839030" y="5726488"/>
            <a:ext cx="4347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10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A710DD-4CFE-4103-ACE2-BB8E7AC1BCE9}"/>
              </a:ext>
            </a:extLst>
          </p:cNvPr>
          <p:cNvSpPr txBox="1"/>
          <p:nvPr/>
        </p:nvSpPr>
        <p:spPr>
          <a:xfrm>
            <a:off x="6869532" y="4657362"/>
            <a:ext cx="68480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2001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33680E-639E-456C-B6DF-09DDE1616DC9}"/>
              </a:ext>
            </a:extLst>
          </p:cNvPr>
          <p:cNvSpPr txBox="1"/>
          <p:nvPr/>
        </p:nvSpPr>
        <p:spPr>
          <a:xfrm>
            <a:off x="7923681" y="3545353"/>
            <a:ext cx="54213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DE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61832F-6303-45B2-9E77-9173459254C1}"/>
              </a:ext>
            </a:extLst>
          </p:cNvPr>
          <p:cNvSpPr txBox="1"/>
          <p:nvPr/>
        </p:nvSpPr>
        <p:spPr>
          <a:xfrm>
            <a:off x="4250910" y="4030424"/>
            <a:ext cx="72487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ENG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5AE32E-EB47-4DDE-B563-BB6605AA918E}"/>
              </a:ext>
            </a:extLst>
          </p:cNvPr>
          <p:cNvSpPr txBox="1"/>
          <p:nvPr/>
        </p:nvSpPr>
        <p:spPr>
          <a:xfrm>
            <a:off x="6257024" y="1131512"/>
            <a:ext cx="122501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NOVELS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A9FEF1-ECA6-4F6E-BCF8-0E2A21E6D841}"/>
              </a:ext>
            </a:extLst>
          </p:cNvPr>
          <p:cNvSpPr txBox="1"/>
          <p:nvPr/>
        </p:nvSpPr>
        <p:spPr>
          <a:xfrm>
            <a:off x="7029191" y="2626476"/>
            <a:ext cx="105028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BOOKS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60DFCA-A21D-4B15-B8F5-22877AA651BF}"/>
              </a:ext>
            </a:extLst>
          </p:cNvPr>
          <p:cNvSpPr txBox="1"/>
          <p:nvPr/>
        </p:nvSpPr>
        <p:spPr>
          <a:xfrm>
            <a:off x="4150683" y="5518739"/>
            <a:ext cx="164500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TSAONGAF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A01EA1-93F8-4B43-862B-746A774CBD91}"/>
              </a:ext>
            </a:extLst>
          </p:cNvPr>
          <p:cNvSpPr txBox="1"/>
          <p:nvPr/>
        </p:nvSpPr>
        <p:spPr>
          <a:xfrm>
            <a:off x="5307244" y="3774537"/>
            <a:ext cx="190468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CONFIDENCE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D0E430-F901-4D95-B4A1-DB9E5729B42E}"/>
              </a:ext>
            </a:extLst>
          </p:cNvPr>
          <p:cNvSpPr txBox="1"/>
          <p:nvPr/>
        </p:nvSpPr>
        <p:spPr>
          <a:xfrm>
            <a:off x="3017118" y="3102186"/>
            <a:ext cx="59182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TM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8E6EC5-EEDC-4F35-95BB-7B1C57488269}"/>
              </a:ext>
            </a:extLst>
          </p:cNvPr>
          <p:cNvSpPr txBox="1"/>
          <p:nvPr/>
        </p:nvSpPr>
        <p:spPr>
          <a:xfrm>
            <a:off x="3689496" y="2125440"/>
            <a:ext cx="55175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SD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56BC00-6F99-43D5-AE5B-54C1BD894D16}"/>
              </a:ext>
            </a:extLst>
          </p:cNvPr>
          <p:cNvSpPr txBox="1"/>
          <p:nvPr/>
        </p:nvSpPr>
        <p:spPr>
          <a:xfrm>
            <a:off x="6711797" y="4177768"/>
            <a:ext cx="136768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RANDOM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6ADE8A-8EED-4C0F-8BAF-E9D9F29FA919}"/>
              </a:ext>
            </a:extLst>
          </p:cNvPr>
          <p:cNvSpPr txBox="1"/>
          <p:nvPr/>
        </p:nvSpPr>
        <p:spPr>
          <a:xfrm>
            <a:off x="4263152" y="4878544"/>
            <a:ext cx="69923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KST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62901E-13A6-4658-8978-17B89B7E82E6}"/>
              </a:ext>
            </a:extLst>
          </p:cNvPr>
          <p:cNvSpPr txBox="1"/>
          <p:nvPr/>
        </p:nvSpPr>
        <p:spPr>
          <a:xfrm>
            <a:off x="6833658" y="1816333"/>
            <a:ext cx="67197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EPE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9E7BC0-2248-4C76-8350-DE3FF635C27E}"/>
              </a:ext>
            </a:extLst>
          </p:cNvPr>
          <p:cNvSpPr txBox="1"/>
          <p:nvPr/>
        </p:nvSpPr>
        <p:spPr>
          <a:xfrm>
            <a:off x="3284779" y="4225915"/>
            <a:ext cx="52770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TT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4C40FB3-5D77-43C4-ADB5-E4B9C2DDA124}"/>
              </a:ext>
            </a:extLst>
          </p:cNvPr>
          <p:cNvSpPr txBox="1"/>
          <p:nvPr/>
        </p:nvSpPr>
        <p:spPr>
          <a:xfrm>
            <a:off x="4377267" y="2834225"/>
            <a:ext cx="4347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10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1EBD21F-6E1C-4D15-A5CA-6DB2101A4551}"/>
              </a:ext>
            </a:extLst>
          </p:cNvPr>
          <p:cNvSpPr txBox="1"/>
          <p:nvPr/>
        </p:nvSpPr>
        <p:spPr>
          <a:xfrm>
            <a:off x="6434477" y="5561595"/>
            <a:ext cx="164500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TSAONGAF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F0A4C6F-8B5D-4094-9872-597B262AE1EF}"/>
              </a:ext>
            </a:extLst>
          </p:cNvPr>
          <p:cNvSpPr txBox="1"/>
          <p:nvPr/>
        </p:nvSpPr>
        <p:spPr>
          <a:xfrm>
            <a:off x="6235622" y="2300497"/>
            <a:ext cx="72487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ENG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39D76C-ECB5-4648-B37E-FE9E287BA3DD}"/>
              </a:ext>
            </a:extLst>
          </p:cNvPr>
          <p:cNvSpPr txBox="1"/>
          <p:nvPr/>
        </p:nvSpPr>
        <p:spPr>
          <a:xfrm>
            <a:off x="4015678" y="2628060"/>
            <a:ext cx="55175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SD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08208-F5CA-477B-9508-092E6E3035FD}"/>
              </a:ext>
            </a:extLst>
          </p:cNvPr>
          <p:cNvSpPr txBox="1"/>
          <p:nvPr/>
        </p:nvSpPr>
        <p:spPr>
          <a:xfrm>
            <a:off x="4734176" y="1374714"/>
            <a:ext cx="106150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CHESS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8ED31D-16D5-47CD-8F81-DD0F8E13CE7B}"/>
              </a:ext>
            </a:extLst>
          </p:cNvPr>
          <p:cNvSpPr txBox="1"/>
          <p:nvPr/>
        </p:nvSpPr>
        <p:spPr>
          <a:xfrm>
            <a:off x="6409434" y="1588115"/>
            <a:ext cx="122501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NOVELS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C628D35-5CD4-4C89-A482-8DF75BEAE2E1}"/>
              </a:ext>
            </a:extLst>
          </p:cNvPr>
          <p:cNvSpPr txBox="1"/>
          <p:nvPr/>
        </p:nvSpPr>
        <p:spPr>
          <a:xfrm>
            <a:off x="7977382" y="940907"/>
            <a:ext cx="4347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29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8AA568-EAED-4A96-B00A-2C3AE46CFDFC}"/>
              </a:ext>
            </a:extLst>
          </p:cNvPr>
          <p:cNvSpPr txBox="1"/>
          <p:nvPr/>
        </p:nvSpPr>
        <p:spPr>
          <a:xfrm>
            <a:off x="8347149" y="1868953"/>
            <a:ext cx="59182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ML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3CDC1C1-51EF-4A5D-A24C-913F2BE9D344}"/>
              </a:ext>
            </a:extLst>
          </p:cNvPr>
          <p:cNvSpPr txBox="1"/>
          <p:nvPr/>
        </p:nvSpPr>
        <p:spPr>
          <a:xfrm>
            <a:off x="9128854" y="2729644"/>
            <a:ext cx="54213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DE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F2911A-CE63-4D3E-B7C0-F09AA041BED6}"/>
              </a:ext>
            </a:extLst>
          </p:cNvPr>
          <p:cNvSpPr txBox="1"/>
          <p:nvPr/>
        </p:nvSpPr>
        <p:spPr>
          <a:xfrm>
            <a:off x="7620770" y="4913732"/>
            <a:ext cx="105028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BOOKS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125D0E-EA1C-4CFB-A96F-E05FCF726B03}"/>
              </a:ext>
            </a:extLst>
          </p:cNvPr>
          <p:cNvSpPr txBox="1"/>
          <p:nvPr/>
        </p:nvSpPr>
        <p:spPr>
          <a:xfrm>
            <a:off x="5942452" y="6109998"/>
            <a:ext cx="129394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PYTHON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817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67BA5D-BEF8-4CF3-83FD-0055F5B748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" y="0"/>
            <a:ext cx="12189023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280615-D21F-442B-A58E-AFC52EABAFB2}"/>
              </a:ext>
            </a:extLst>
          </p:cNvPr>
          <p:cNvSpPr txBox="1"/>
          <p:nvPr/>
        </p:nvSpPr>
        <p:spPr>
          <a:xfrm>
            <a:off x="6824869" y="384313"/>
            <a:ext cx="5155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92D050"/>
                </a:solidFill>
              </a:rPr>
              <a:t>Python</a:t>
            </a:r>
            <a:r>
              <a:rPr lang="en-GB" sz="3600" b="1" dirty="0">
                <a:solidFill>
                  <a:schemeClr val="bg1"/>
                </a:solidFill>
              </a:rPr>
              <a:t> with </a:t>
            </a:r>
            <a:r>
              <a:rPr lang="en-GB" sz="3600" b="1" u="sng" dirty="0">
                <a:solidFill>
                  <a:schemeClr val="bg1"/>
                </a:solidFill>
              </a:rPr>
              <a:t>Khaled Saje’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CBCAC8-A7EB-440A-8C6F-1441F0DE50AA}"/>
              </a:ext>
            </a:extLst>
          </p:cNvPr>
          <p:cNvSpPr txBox="1"/>
          <p:nvPr/>
        </p:nvSpPr>
        <p:spPr>
          <a:xfrm>
            <a:off x="212035" y="338146"/>
            <a:ext cx="519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KST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C8687E-0EA6-43A5-8289-59FA27588DB8}"/>
              </a:ext>
            </a:extLst>
          </p:cNvPr>
          <p:cNvSpPr txBox="1"/>
          <p:nvPr/>
        </p:nvSpPr>
        <p:spPr>
          <a:xfrm>
            <a:off x="8477836" y="1030644"/>
            <a:ext cx="18453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>
                <a:solidFill>
                  <a:srgbClr val="00B050"/>
                </a:solidFill>
              </a:rPr>
              <a:t>LEC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DBFAD4-6838-4E1F-916B-722FFCC709ED}"/>
              </a:ext>
            </a:extLst>
          </p:cNvPr>
          <p:cNvSpPr txBox="1"/>
          <p:nvPr/>
        </p:nvSpPr>
        <p:spPr>
          <a:xfrm>
            <a:off x="11099410" y="5648573"/>
            <a:ext cx="519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KST</a:t>
            </a:r>
          </a:p>
        </p:txBody>
      </p:sp>
    </p:spTree>
    <p:extLst>
      <p:ext uri="{BB962C8B-B14F-4D97-AF65-F5344CB8AC3E}">
        <p14:creationId xmlns:p14="http://schemas.microsoft.com/office/powerpoint/2010/main" val="2099779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D7C2D2-CF01-4E79-B1F7-DE7AAC98D8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92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5F5213-F03B-4738-A91A-3133BC0506CE}"/>
              </a:ext>
            </a:extLst>
          </p:cNvPr>
          <p:cNvSpPr txBox="1"/>
          <p:nvPr/>
        </p:nvSpPr>
        <p:spPr>
          <a:xfrm>
            <a:off x="0" y="198783"/>
            <a:ext cx="51550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FFFF00"/>
                </a:solidFill>
              </a:rPr>
              <a:t>What we will learn in this LEC:</a:t>
            </a:r>
            <a:endParaRPr lang="en-GB" sz="3600" b="1" u="sng" dirty="0">
              <a:solidFill>
                <a:srgbClr val="FFFF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DEDA49-B7D6-4492-A52B-5AC784AD97BB}"/>
              </a:ext>
            </a:extLst>
          </p:cNvPr>
          <p:cNvSpPr txBox="1"/>
          <p:nvPr/>
        </p:nvSpPr>
        <p:spPr>
          <a:xfrm>
            <a:off x="132521" y="2561850"/>
            <a:ext cx="51550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GB" sz="2400" b="1" u="sng" dirty="0">
                <a:solidFill>
                  <a:schemeClr val="bg1"/>
                </a:solidFill>
              </a:rPr>
              <a:t>Input 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2400" b="1" u="sng" dirty="0">
                <a:solidFill>
                  <a:schemeClr val="bg1"/>
                </a:solidFill>
              </a:rPr>
              <a:t>If – else </a:t>
            </a:r>
            <a:r>
              <a:rPr lang="en-GB" sz="2400" b="1" u="sng">
                <a:solidFill>
                  <a:schemeClr val="bg1"/>
                </a:solidFill>
              </a:rPr>
              <a:t>statment</a:t>
            </a:r>
            <a:endParaRPr lang="en-GB" sz="2400" b="1" u="sng" dirty="0">
              <a:solidFill>
                <a:schemeClr val="bg1"/>
              </a:solidFill>
            </a:endParaRPr>
          </a:p>
          <a:p>
            <a:endParaRPr lang="en-GB" sz="2400" b="1" u="sng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49AF09-7BD5-4A4C-9421-43FF64ADC239}"/>
              </a:ext>
            </a:extLst>
          </p:cNvPr>
          <p:cNvSpPr txBox="1"/>
          <p:nvPr/>
        </p:nvSpPr>
        <p:spPr>
          <a:xfrm>
            <a:off x="11296357" y="6000265"/>
            <a:ext cx="519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KST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B210EA-28C0-4A22-A5F7-7CDB70173004}"/>
              </a:ext>
            </a:extLst>
          </p:cNvPr>
          <p:cNvSpPr txBox="1"/>
          <p:nvPr/>
        </p:nvSpPr>
        <p:spPr>
          <a:xfrm>
            <a:off x="10218463" y="198783"/>
            <a:ext cx="1761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By Khaled Tayem</a:t>
            </a:r>
          </a:p>
        </p:txBody>
      </p:sp>
    </p:spTree>
    <p:extLst>
      <p:ext uri="{BB962C8B-B14F-4D97-AF65-F5344CB8AC3E}">
        <p14:creationId xmlns:p14="http://schemas.microsoft.com/office/powerpoint/2010/main" val="3265960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B9771-C852-4B20-A842-A47DEA3B19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A556A0-8A4D-429B-9D64-74E35E16FE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7128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</Words>
  <Application>Microsoft Office PowerPoint</Application>
  <PresentationFormat>Widescreen</PresentationFormat>
  <Paragraphs>43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Vladimir Script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khaled tayem</dc:creator>
  <cp:lastModifiedBy>khaled tayem</cp:lastModifiedBy>
  <cp:revision>1</cp:revision>
  <dcterms:created xsi:type="dcterms:W3CDTF">2022-04-13T00:01:58Z</dcterms:created>
  <dcterms:modified xsi:type="dcterms:W3CDTF">2022-04-13T00:03:23Z</dcterms:modified>
</cp:coreProperties>
</file>