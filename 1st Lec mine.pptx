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F2E792-3EF5-4F35-8821-A62D15C554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35BD79-8D41-4B82-86F4-4CAB01AE9A28}">
      <dgm:prSet/>
      <dgm:spPr/>
      <dgm:t>
        <a:bodyPr/>
        <a:lstStyle/>
        <a:p>
          <a:r>
            <a:rPr lang="en-US"/>
            <a:t>Free and Open Source</a:t>
          </a:r>
        </a:p>
      </dgm:t>
    </dgm:pt>
    <dgm:pt modelId="{0F8FC7E2-95C5-4C52-A782-6704F0A5F8CA}" type="parTrans" cxnId="{02A0318B-C15D-4D11-A3E9-D362976F55F5}">
      <dgm:prSet/>
      <dgm:spPr/>
      <dgm:t>
        <a:bodyPr/>
        <a:lstStyle/>
        <a:p>
          <a:endParaRPr lang="en-US"/>
        </a:p>
      </dgm:t>
    </dgm:pt>
    <dgm:pt modelId="{DDD1EE22-7955-4935-A287-931F2149C745}" type="sibTrans" cxnId="{02A0318B-C15D-4D11-A3E9-D362976F55F5}">
      <dgm:prSet/>
      <dgm:spPr/>
      <dgm:t>
        <a:bodyPr/>
        <a:lstStyle/>
        <a:p>
          <a:endParaRPr lang="en-US"/>
        </a:p>
      </dgm:t>
    </dgm:pt>
    <dgm:pt modelId="{5AF245D2-0C17-4B5B-8634-CE157A7867CA}">
      <dgm:prSet/>
      <dgm:spPr/>
      <dgm:t>
        <a:bodyPr/>
        <a:lstStyle/>
        <a:p>
          <a:r>
            <a:rPr lang="en-US"/>
            <a:t>Interactive language</a:t>
          </a:r>
        </a:p>
      </dgm:t>
    </dgm:pt>
    <dgm:pt modelId="{EC4A0F4A-FAE9-467A-8689-104558FF5C99}" type="parTrans" cxnId="{A27C9F38-0D7D-4932-A0DD-49CBBE6F5A0B}">
      <dgm:prSet/>
      <dgm:spPr/>
      <dgm:t>
        <a:bodyPr/>
        <a:lstStyle/>
        <a:p>
          <a:endParaRPr lang="en-US"/>
        </a:p>
      </dgm:t>
    </dgm:pt>
    <dgm:pt modelId="{1F0B4956-5FA3-4C7A-B4FA-BE9681154D12}" type="sibTrans" cxnId="{A27C9F38-0D7D-4932-A0DD-49CBBE6F5A0B}">
      <dgm:prSet/>
      <dgm:spPr/>
      <dgm:t>
        <a:bodyPr/>
        <a:lstStyle/>
        <a:p>
          <a:endParaRPr lang="en-US"/>
        </a:p>
      </dgm:t>
    </dgm:pt>
    <dgm:pt modelId="{87F12C79-0199-460F-AD84-1D6D74BC6ECD}">
      <dgm:prSet/>
      <dgm:spPr/>
      <dgm:t>
        <a:bodyPr/>
        <a:lstStyle/>
        <a:p>
          <a:r>
            <a:rPr lang="en-US"/>
            <a:t>Easy to install</a:t>
          </a:r>
        </a:p>
      </dgm:t>
    </dgm:pt>
    <dgm:pt modelId="{1CDC9B58-43F2-4140-A226-E9F6AD32350A}" type="parTrans" cxnId="{204E2DD8-3718-4CF4-BD8B-885DD03640D8}">
      <dgm:prSet/>
      <dgm:spPr/>
      <dgm:t>
        <a:bodyPr/>
        <a:lstStyle/>
        <a:p>
          <a:endParaRPr lang="en-US"/>
        </a:p>
      </dgm:t>
    </dgm:pt>
    <dgm:pt modelId="{905AE865-7C8E-4ACA-B33B-4E675C330E6A}" type="sibTrans" cxnId="{204E2DD8-3718-4CF4-BD8B-885DD03640D8}">
      <dgm:prSet/>
      <dgm:spPr/>
      <dgm:t>
        <a:bodyPr/>
        <a:lstStyle/>
        <a:p>
          <a:endParaRPr lang="en-US"/>
        </a:p>
      </dgm:t>
    </dgm:pt>
    <dgm:pt modelId="{18E81B80-2BC5-4919-BD0C-D76477B0843A}">
      <dgm:prSet/>
      <dgm:spPr/>
      <dgm:t>
        <a:bodyPr/>
        <a:lstStyle/>
        <a:p>
          <a:r>
            <a:rPr lang="en-US"/>
            <a:t>Clean </a:t>
          </a:r>
        </a:p>
      </dgm:t>
    </dgm:pt>
    <dgm:pt modelId="{E3D0E073-ACA3-48B5-A250-5C05603BE5EA}" type="parTrans" cxnId="{F1B47248-C198-4746-956C-B13E8BAE32DC}">
      <dgm:prSet/>
      <dgm:spPr/>
      <dgm:t>
        <a:bodyPr/>
        <a:lstStyle/>
        <a:p>
          <a:endParaRPr lang="en-US"/>
        </a:p>
      </dgm:t>
    </dgm:pt>
    <dgm:pt modelId="{FCC02708-23F2-4012-90B7-E3A8C67111E7}" type="sibTrans" cxnId="{F1B47248-C198-4746-956C-B13E8BAE32DC}">
      <dgm:prSet/>
      <dgm:spPr/>
      <dgm:t>
        <a:bodyPr/>
        <a:lstStyle/>
        <a:p>
          <a:endParaRPr lang="en-US"/>
        </a:p>
      </dgm:t>
    </dgm:pt>
    <dgm:pt modelId="{51260022-2ABD-4632-9CEB-198C621AD975}">
      <dgm:prSet/>
      <dgm:spPr/>
      <dgm:t>
        <a:bodyPr/>
        <a:lstStyle/>
        <a:p>
          <a:r>
            <a:rPr lang="en-US"/>
            <a:t>Error handling</a:t>
          </a:r>
        </a:p>
      </dgm:t>
    </dgm:pt>
    <dgm:pt modelId="{29E7C777-8E5E-4947-874F-0BBF8A1642BF}" type="parTrans" cxnId="{4119C6EC-3F8F-45D3-BFA7-D4FBAF62EB2E}">
      <dgm:prSet/>
      <dgm:spPr/>
      <dgm:t>
        <a:bodyPr/>
        <a:lstStyle/>
        <a:p>
          <a:endParaRPr lang="en-US"/>
        </a:p>
      </dgm:t>
    </dgm:pt>
    <dgm:pt modelId="{976F9FAD-52A7-4F1B-9055-8895DF88880C}" type="sibTrans" cxnId="{4119C6EC-3F8F-45D3-BFA7-D4FBAF62EB2E}">
      <dgm:prSet/>
      <dgm:spPr/>
      <dgm:t>
        <a:bodyPr/>
        <a:lstStyle/>
        <a:p>
          <a:endParaRPr lang="en-US"/>
        </a:p>
      </dgm:t>
    </dgm:pt>
    <dgm:pt modelId="{6CFFCE31-C736-409E-9A0B-E07A12A07E17}">
      <dgm:prSet/>
      <dgm:spPr/>
      <dgm:t>
        <a:bodyPr/>
        <a:lstStyle/>
        <a:p>
          <a:r>
            <a:rPr lang="en-US"/>
            <a:t>Debugging is easy</a:t>
          </a:r>
        </a:p>
      </dgm:t>
    </dgm:pt>
    <dgm:pt modelId="{FE9FEE5D-5503-414D-818C-6FF5C88625C2}" type="parTrans" cxnId="{EA10A965-B0B7-4EBE-B623-2D42D457BCB0}">
      <dgm:prSet/>
      <dgm:spPr/>
      <dgm:t>
        <a:bodyPr/>
        <a:lstStyle/>
        <a:p>
          <a:endParaRPr lang="en-US"/>
        </a:p>
      </dgm:t>
    </dgm:pt>
    <dgm:pt modelId="{D433350B-5D4D-4D5A-B0FF-B1C1B970F12C}" type="sibTrans" cxnId="{EA10A965-B0B7-4EBE-B623-2D42D457BCB0}">
      <dgm:prSet/>
      <dgm:spPr/>
      <dgm:t>
        <a:bodyPr/>
        <a:lstStyle/>
        <a:p>
          <a:endParaRPr lang="en-US"/>
        </a:p>
      </dgm:t>
    </dgm:pt>
    <dgm:pt modelId="{DB678E29-233E-4AB2-A7C8-A3FC605DCD4C}">
      <dgm:prSet/>
      <dgm:spPr/>
      <dgm:t>
        <a:bodyPr/>
        <a:lstStyle/>
        <a:p>
          <a:r>
            <a:rPr lang="en-US"/>
            <a:t>Cross platforms</a:t>
          </a:r>
        </a:p>
      </dgm:t>
    </dgm:pt>
    <dgm:pt modelId="{CC27D17B-B196-44F9-994E-908860961753}" type="parTrans" cxnId="{54091749-5092-4430-8608-BB96714CB905}">
      <dgm:prSet/>
      <dgm:spPr/>
      <dgm:t>
        <a:bodyPr/>
        <a:lstStyle/>
        <a:p>
          <a:endParaRPr lang="en-US"/>
        </a:p>
      </dgm:t>
    </dgm:pt>
    <dgm:pt modelId="{B4A6F03A-F25D-4C33-9686-43A2128738D0}" type="sibTrans" cxnId="{54091749-5092-4430-8608-BB96714CB905}">
      <dgm:prSet/>
      <dgm:spPr/>
      <dgm:t>
        <a:bodyPr/>
        <a:lstStyle/>
        <a:p>
          <a:endParaRPr lang="en-US"/>
        </a:p>
      </dgm:t>
    </dgm:pt>
    <dgm:pt modelId="{7E52FE12-4EDE-429E-9A73-9268B16589CE}" type="pres">
      <dgm:prSet presAssocID="{4BF2E792-3EF5-4F35-8821-A62D15C5540A}" presName="linear" presStyleCnt="0">
        <dgm:presLayoutVars>
          <dgm:animLvl val="lvl"/>
          <dgm:resizeHandles val="exact"/>
        </dgm:presLayoutVars>
      </dgm:prSet>
      <dgm:spPr/>
    </dgm:pt>
    <dgm:pt modelId="{9C307594-2BE1-4E67-AE5D-E22B4490D091}" type="pres">
      <dgm:prSet presAssocID="{9935BD79-8D41-4B82-86F4-4CAB01AE9A2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02741A69-381A-4F7E-829A-6BF8A3861796}" type="pres">
      <dgm:prSet presAssocID="{DDD1EE22-7955-4935-A287-931F2149C745}" presName="spacer" presStyleCnt="0"/>
      <dgm:spPr/>
    </dgm:pt>
    <dgm:pt modelId="{E53B54C0-EBAF-4B7E-AE39-C0E6102CDC88}" type="pres">
      <dgm:prSet presAssocID="{5AF245D2-0C17-4B5B-8634-CE157A7867C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EF884F3-97E0-4C80-9DA7-911F006DF112}" type="pres">
      <dgm:prSet presAssocID="{1F0B4956-5FA3-4C7A-B4FA-BE9681154D12}" presName="spacer" presStyleCnt="0"/>
      <dgm:spPr/>
    </dgm:pt>
    <dgm:pt modelId="{A226D156-E960-419A-A170-912FA395C58B}" type="pres">
      <dgm:prSet presAssocID="{87F12C79-0199-460F-AD84-1D6D74BC6EC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D3F0F41-AD6D-43C1-93C5-9B57F339B4E0}" type="pres">
      <dgm:prSet presAssocID="{905AE865-7C8E-4ACA-B33B-4E675C330E6A}" presName="spacer" presStyleCnt="0"/>
      <dgm:spPr/>
    </dgm:pt>
    <dgm:pt modelId="{F5661218-28FB-4311-9AA5-41E7BB2CE94A}" type="pres">
      <dgm:prSet presAssocID="{18E81B80-2BC5-4919-BD0C-D76477B0843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3A93516-75E0-4F77-965A-20BC8590B3E4}" type="pres">
      <dgm:prSet presAssocID="{FCC02708-23F2-4012-90B7-E3A8C67111E7}" presName="spacer" presStyleCnt="0"/>
      <dgm:spPr/>
    </dgm:pt>
    <dgm:pt modelId="{F5822828-A400-4B8A-91DD-1475DE51EC34}" type="pres">
      <dgm:prSet presAssocID="{51260022-2ABD-4632-9CEB-198C621AD975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2433352-E8C7-4E0B-AF51-538861878AE5}" type="pres">
      <dgm:prSet presAssocID="{976F9FAD-52A7-4F1B-9055-8895DF88880C}" presName="spacer" presStyleCnt="0"/>
      <dgm:spPr/>
    </dgm:pt>
    <dgm:pt modelId="{560BE5CA-A125-47AA-AF13-772E4F4FDA2D}" type="pres">
      <dgm:prSet presAssocID="{6CFFCE31-C736-409E-9A0B-E07A12A07E1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435C946-54AA-4E64-B02C-FEB7B20AED9F}" type="pres">
      <dgm:prSet presAssocID="{D433350B-5D4D-4D5A-B0FF-B1C1B970F12C}" presName="spacer" presStyleCnt="0"/>
      <dgm:spPr/>
    </dgm:pt>
    <dgm:pt modelId="{75D0FAF3-3452-48B4-B706-59AD027B26B6}" type="pres">
      <dgm:prSet presAssocID="{DB678E29-233E-4AB2-A7C8-A3FC605DCD4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2D61510C-5C36-496F-B3C8-FD6ADCBA15B6}" type="presOf" srcId="{5AF245D2-0C17-4B5B-8634-CE157A7867CA}" destId="{E53B54C0-EBAF-4B7E-AE39-C0E6102CDC88}" srcOrd="0" destOrd="0" presId="urn:microsoft.com/office/officeart/2005/8/layout/vList2"/>
    <dgm:cxn modelId="{A27C9F38-0D7D-4932-A0DD-49CBBE6F5A0B}" srcId="{4BF2E792-3EF5-4F35-8821-A62D15C5540A}" destId="{5AF245D2-0C17-4B5B-8634-CE157A7867CA}" srcOrd="1" destOrd="0" parTransId="{EC4A0F4A-FAE9-467A-8689-104558FF5C99}" sibTransId="{1F0B4956-5FA3-4C7A-B4FA-BE9681154D12}"/>
    <dgm:cxn modelId="{D6269139-06A1-4C44-A7E1-D00993B758E8}" type="presOf" srcId="{51260022-2ABD-4632-9CEB-198C621AD975}" destId="{F5822828-A400-4B8A-91DD-1475DE51EC34}" srcOrd="0" destOrd="0" presId="urn:microsoft.com/office/officeart/2005/8/layout/vList2"/>
    <dgm:cxn modelId="{EA10A965-B0B7-4EBE-B623-2D42D457BCB0}" srcId="{4BF2E792-3EF5-4F35-8821-A62D15C5540A}" destId="{6CFFCE31-C736-409E-9A0B-E07A12A07E17}" srcOrd="5" destOrd="0" parTransId="{FE9FEE5D-5503-414D-818C-6FF5C88625C2}" sibTransId="{D433350B-5D4D-4D5A-B0FF-B1C1B970F12C}"/>
    <dgm:cxn modelId="{F1B47248-C198-4746-956C-B13E8BAE32DC}" srcId="{4BF2E792-3EF5-4F35-8821-A62D15C5540A}" destId="{18E81B80-2BC5-4919-BD0C-D76477B0843A}" srcOrd="3" destOrd="0" parTransId="{E3D0E073-ACA3-48B5-A250-5C05603BE5EA}" sibTransId="{FCC02708-23F2-4012-90B7-E3A8C67111E7}"/>
    <dgm:cxn modelId="{54091749-5092-4430-8608-BB96714CB905}" srcId="{4BF2E792-3EF5-4F35-8821-A62D15C5540A}" destId="{DB678E29-233E-4AB2-A7C8-A3FC605DCD4C}" srcOrd="6" destOrd="0" parTransId="{CC27D17B-B196-44F9-994E-908860961753}" sibTransId="{B4A6F03A-F25D-4C33-9686-43A2128738D0}"/>
    <dgm:cxn modelId="{9DDC7156-4E79-4D26-B993-0D1373D973AB}" type="presOf" srcId="{9935BD79-8D41-4B82-86F4-4CAB01AE9A28}" destId="{9C307594-2BE1-4E67-AE5D-E22B4490D091}" srcOrd="0" destOrd="0" presId="urn:microsoft.com/office/officeart/2005/8/layout/vList2"/>
    <dgm:cxn modelId="{02A0318B-C15D-4D11-A3E9-D362976F55F5}" srcId="{4BF2E792-3EF5-4F35-8821-A62D15C5540A}" destId="{9935BD79-8D41-4B82-86F4-4CAB01AE9A28}" srcOrd="0" destOrd="0" parTransId="{0F8FC7E2-95C5-4C52-A782-6704F0A5F8CA}" sibTransId="{DDD1EE22-7955-4935-A287-931F2149C745}"/>
    <dgm:cxn modelId="{0B1B518E-0949-4153-8D4C-8F38362601BE}" type="presOf" srcId="{6CFFCE31-C736-409E-9A0B-E07A12A07E17}" destId="{560BE5CA-A125-47AA-AF13-772E4F4FDA2D}" srcOrd="0" destOrd="0" presId="urn:microsoft.com/office/officeart/2005/8/layout/vList2"/>
    <dgm:cxn modelId="{1ADFD0A5-B899-40D3-BDCD-E394938A43EF}" type="presOf" srcId="{4BF2E792-3EF5-4F35-8821-A62D15C5540A}" destId="{7E52FE12-4EDE-429E-9A73-9268B16589CE}" srcOrd="0" destOrd="0" presId="urn:microsoft.com/office/officeart/2005/8/layout/vList2"/>
    <dgm:cxn modelId="{204E2DD8-3718-4CF4-BD8B-885DD03640D8}" srcId="{4BF2E792-3EF5-4F35-8821-A62D15C5540A}" destId="{87F12C79-0199-460F-AD84-1D6D74BC6ECD}" srcOrd="2" destOrd="0" parTransId="{1CDC9B58-43F2-4140-A226-E9F6AD32350A}" sibTransId="{905AE865-7C8E-4ACA-B33B-4E675C330E6A}"/>
    <dgm:cxn modelId="{E0C3A1E6-6570-4471-B5FF-852A096A8230}" type="presOf" srcId="{18E81B80-2BC5-4919-BD0C-D76477B0843A}" destId="{F5661218-28FB-4311-9AA5-41E7BB2CE94A}" srcOrd="0" destOrd="0" presId="urn:microsoft.com/office/officeart/2005/8/layout/vList2"/>
    <dgm:cxn modelId="{4BA608E7-9A93-4F3B-B2C7-0E448A421B5C}" type="presOf" srcId="{DB678E29-233E-4AB2-A7C8-A3FC605DCD4C}" destId="{75D0FAF3-3452-48B4-B706-59AD027B26B6}" srcOrd="0" destOrd="0" presId="urn:microsoft.com/office/officeart/2005/8/layout/vList2"/>
    <dgm:cxn modelId="{4119C6EC-3F8F-45D3-BFA7-D4FBAF62EB2E}" srcId="{4BF2E792-3EF5-4F35-8821-A62D15C5540A}" destId="{51260022-2ABD-4632-9CEB-198C621AD975}" srcOrd="4" destOrd="0" parTransId="{29E7C777-8E5E-4947-874F-0BBF8A1642BF}" sibTransId="{976F9FAD-52A7-4F1B-9055-8895DF88880C}"/>
    <dgm:cxn modelId="{B555CAFD-6B43-4427-BAD7-2E679FCC7DC6}" type="presOf" srcId="{87F12C79-0199-460F-AD84-1D6D74BC6ECD}" destId="{A226D156-E960-419A-A170-912FA395C58B}" srcOrd="0" destOrd="0" presId="urn:microsoft.com/office/officeart/2005/8/layout/vList2"/>
    <dgm:cxn modelId="{FF441663-E564-4AE2-9BC5-FDBA606A99E3}" type="presParOf" srcId="{7E52FE12-4EDE-429E-9A73-9268B16589CE}" destId="{9C307594-2BE1-4E67-AE5D-E22B4490D091}" srcOrd="0" destOrd="0" presId="urn:microsoft.com/office/officeart/2005/8/layout/vList2"/>
    <dgm:cxn modelId="{DEFBC965-7EF5-4046-AFF8-B84FA2BF9797}" type="presParOf" srcId="{7E52FE12-4EDE-429E-9A73-9268B16589CE}" destId="{02741A69-381A-4F7E-829A-6BF8A3861796}" srcOrd="1" destOrd="0" presId="urn:microsoft.com/office/officeart/2005/8/layout/vList2"/>
    <dgm:cxn modelId="{68473617-0E12-4C5F-8180-169D7575AC9C}" type="presParOf" srcId="{7E52FE12-4EDE-429E-9A73-9268B16589CE}" destId="{E53B54C0-EBAF-4B7E-AE39-C0E6102CDC88}" srcOrd="2" destOrd="0" presId="urn:microsoft.com/office/officeart/2005/8/layout/vList2"/>
    <dgm:cxn modelId="{AF526A12-22C0-4982-8BDC-0ED77319387E}" type="presParOf" srcId="{7E52FE12-4EDE-429E-9A73-9268B16589CE}" destId="{AEF884F3-97E0-4C80-9DA7-911F006DF112}" srcOrd="3" destOrd="0" presId="urn:microsoft.com/office/officeart/2005/8/layout/vList2"/>
    <dgm:cxn modelId="{91CE5E47-0A00-4142-87B5-EAD4B0F871B8}" type="presParOf" srcId="{7E52FE12-4EDE-429E-9A73-9268B16589CE}" destId="{A226D156-E960-419A-A170-912FA395C58B}" srcOrd="4" destOrd="0" presId="urn:microsoft.com/office/officeart/2005/8/layout/vList2"/>
    <dgm:cxn modelId="{C04CDC79-0477-4F44-A743-377E8F7B2758}" type="presParOf" srcId="{7E52FE12-4EDE-429E-9A73-9268B16589CE}" destId="{5D3F0F41-AD6D-43C1-93C5-9B57F339B4E0}" srcOrd="5" destOrd="0" presId="urn:microsoft.com/office/officeart/2005/8/layout/vList2"/>
    <dgm:cxn modelId="{AF806D62-2A00-455A-9F0D-71E882EF9186}" type="presParOf" srcId="{7E52FE12-4EDE-429E-9A73-9268B16589CE}" destId="{F5661218-28FB-4311-9AA5-41E7BB2CE94A}" srcOrd="6" destOrd="0" presId="urn:microsoft.com/office/officeart/2005/8/layout/vList2"/>
    <dgm:cxn modelId="{4E012F1B-EF1C-4B76-9ABC-8002DAAD8842}" type="presParOf" srcId="{7E52FE12-4EDE-429E-9A73-9268B16589CE}" destId="{C3A93516-75E0-4F77-965A-20BC8590B3E4}" srcOrd="7" destOrd="0" presId="urn:microsoft.com/office/officeart/2005/8/layout/vList2"/>
    <dgm:cxn modelId="{83546F08-2072-48CC-9F7F-F1038E3BD563}" type="presParOf" srcId="{7E52FE12-4EDE-429E-9A73-9268B16589CE}" destId="{F5822828-A400-4B8A-91DD-1475DE51EC34}" srcOrd="8" destOrd="0" presId="urn:microsoft.com/office/officeart/2005/8/layout/vList2"/>
    <dgm:cxn modelId="{2B255010-A3A1-4F71-A8DB-47E7B45249D2}" type="presParOf" srcId="{7E52FE12-4EDE-429E-9A73-9268B16589CE}" destId="{22433352-E8C7-4E0B-AF51-538861878AE5}" srcOrd="9" destOrd="0" presId="urn:microsoft.com/office/officeart/2005/8/layout/vList2"/>
    <dgm:cxn modelId="{D41F3A09-A657-498D-AC0D-8586C5FC51E9}" type="presParOf" srcId="{7E52FE12-4EDE-429E-9A73-9268B16589CE}" destId="{560BE5CA-A125-47AA-AF13-772E4F4FDA2D}" srcOrd="10" destOrd="0" presId="urn:microsoft.com/office/officeart/2005/8/layout/vList2"/>
    <dgm:cxn modelId="{B0B0E679-7F77-4022-8068-820C7EB63A98}" type="presParOf" srcId="{7E52FE12-4EDE-429E-9A73-9268B16589CE}" destId="{5435C946-54AA-4E64-B02C-FEB7B20AED9F}" srcOrd="11" destOrd="0" presId="urn:microsoft.com/office/officeart/2005/8/layout/vList2"/>
    <dgm:cxn modelId="{11895B3F-0898-4B17-BC42-9844499474A3}" type="presParOf" srcId="{7E52FE12-4EDE-429E-9A73-9268B16589CE}" destId="{75D0FAF3-3452-48B4-B706-59AD027B26B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07594-2BE1-4E67-AE5D-E22B4490D091}">
      <dsp:nvSpPr>
        <dsp:cNvPr id="0" name=""/>
        <dsp:cNvSpPr/>
      </dsp:nvSpPr>
      <dsp:spPr>
        <a:xfrm>
          <a:off x="0" y="7798"/>
          <a:ext cx="7842803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Free and Open Source</a:t>
          </a:r>
        </a:p>
      </dsp:txBody>
      <dsp:txXfrm>
        <a:off x="19904" y="27702"/>
        <a:ext cx="7802995" cy="367937"/>
      </dsp:txXfrm>
    </dsp:sp>
    <dsp:sp modelId="{E53B54C0-EBAF-4B7E-AE39-C0E6102CDC88}">
      <dsp:nvSpPr>
        <dsp:cNvPr id="0" name=""/>
        <dsp:cNvSpPr/>
      </dsp:nvSpPr>
      <dsp:spPr>
        <a:xfrm>
          <a:off x="0" y="464504"/>
          <a:ext cx="7842803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Interactive language</a:t>
          </a:r>
        </a:p>
      </dsp:txBody>
      <dsp:txXfrm>
        <a:off x="19904" y="484408"/>
        <a:ext cx="7802995" cy="367937"/>
      </dsp:txXfrm>
    </dsp:sp>
    <dsp:sp modelId="{A226D156-E960-419A-A170-912FA395C58B}">
      <dsp:nvSpPr>
        <dsp:cNvPr id="0" name=""/>
        <dsp:cNvSpPr/>
      </dsp:nvSpPr>
      <dsp:spPr>
        <a:xfrm>
          <a:off x="0" y="921209"/>
          <a:ext cx="7842803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Easy to install</a:t>
          </a:r>
        </a:p>
      </dsp:txBody>
      <dsp:txXfrm>
        <a:off x="19904" y="941113"/>
        <a:ext cx="7802995" cy="367937"/>
      </dsp:txXfrm>
    </dsp:sp>
    <dsp:sp modelId="{F5661218-28FB-4311-9AA5-41E7BB2CE94A}">
      <dsp:nvSpPr>
        <dsp:cNvPr id="0" name=""/>
        <dsp:cNvSpPr/>
      </dsp:nvSpPr>
      <dsp:spPr>
        <a:xfrm>
          <a:off x="0" y="1377914"/>
          <a:ext cx="7842803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Clean </a:t>
          </a:r>
        </a:p>
      </dsp:txBody>
      <dsp:txXfrm>
        <a:off x="19904" y="1397818"/>
        <a:ext cx="7802995" cy="367937"/>
      </dsp:txXfrm>
    </dsp:sp>
    <dsp:sp modelId="{F5822828-A400-4B8A-91DD-1475DE51EC34}">
      <dsp:nvSpPr>
        <dsp:cNvPr id="0" name=""/>
        <dsp:cNvSpPr/>
      </dsp:nvSpPr>
      <dsp:spPr>
        <a:xfrm>
          <a:off x="0" y="1834619"/>
          <a:ext cx="7842803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Error handling</a:t>
          </a:r>
        </a:p>
      </dsp:txBody>
      <dsp:txXfrm>
        <a:off x="19904" y="1854523"/>
        <a:ext cx="7802995" cy="367937"/>
      </dsp:txXfrm>
    </dsp:sp>
    <dsp:sp modelId="{560BE5CA-A125-47AA-AF13-772E4F4FDA2D}">
      <dsp:nvSpPr>
        <dsp:cNvPr id="0" name=""/>
        <dsp:cNvSpPr/>
      </dsp:nvSpPr>
      <dsp:spPr>
        <a:xfrm>
          <a:off x="0" y="2291324"/>
          <a:ext cx="7842803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Debugging is easy</a:t>
          </a:r>
        </a:p>
      </dsp:txBody>
      <dsp:txXfrm>
        <a:off x="19904" y="2311228"/>
        <a:ext cx="7802995" cy="367937"/>
      </dsp:txXfrm>
    </dsp:sp>
    <dsp:sp modelId="{75D0FAF3-3452-48B4-B706-59AD027B26B6}">
      <dsp:nvSpPr>
        <dsp:cNvPr id="0" name=""/>
        <dsp:cNvSpPr/>
      </dsp:nvSpPr>
      <dsp:spPr>
        <a:xfrm>
          <a:off x="0" y="2748029"/>
          <a:ext cx="7842803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Cross platforms</a:t>
          </a:r>
        </a:p>
      </dsp:txBody>
      <dsp:txXfrm>
        <a:off x="19904" y="2767933"/>
        <a:ext cx="7802995" cy="367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1E617-5FFC-456E-A4B6-3D886F462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C71D6-69F9-4D02-89E3-BE9D1FEBB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697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gdb.com/online_python_compiler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programiz.com/python-programming/online-compiler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hlinkClick r:id="rId3"/>
            </a:endParaRPr>
          </a:p>
          <a:p>
            <a:r>
              <a:rPr lang="en-US" sz="1200" dirty="0">
                <a:hlinkClick r:id="rId3"/>
              </a:rPr>
              <a:t>Websites for coding:</a:t>
            </a:r>
          </a:p>
          <a:p>
            <a:endParaRPr lang="en-US" sz="1200" dirty="0">
              <a:hlinkClick r:id="rId3"/>
            </a:endParaRPr>
          </a:p>
          <a:p>
            <a:r>
              <a:rPr lang="en-US" sz="1200" dirty="0">
                <a:hlinkClick r:id="rId3"/>
              </a:rPr>
              <a:t>https://www.onlinegdb.com/online_python_compiler</a:t>
            </a:r>
            <a:endParaRPr lang="en-US" sz="1200" dirty="0"/>
          </a:p>
          <a:p>
            <a:r>
              <a:rPr lang="en-US" sz="1200" dirty="0">
                <a:hlinkClick r:id="rId4"/>
              </a:rPr>
              <a:t>https://www.programiz.com/python-programming/online-compiler/</a:t>
            </a:r>
            <a:r>
              <a:rPr lang="en-US" sz="1200" dirty="0"/>
              <a:t>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C71D6-69F9-4D02-89E3-BE9D1FEBBA7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609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4F573-6A79-4EE4-86BF-7DADB390B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1EDD2-6E12-4932-BE79-6D0931681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89937-3D75-4174-8364-F35BFE078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1767-2F08-467C-A052-F9DCD10F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75E5C-5012-4710-A6B7-78FD6547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124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3C16-B3A1-4DC6-92E5-AE1BA39B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10AB4-7BC1-45A1-A2B3-1B65B07E9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3D0A8-C534-47AA-9043-ED78D1D7A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5BB-AC79-47FB-A004-924EC3BC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4A352-B139-416D-8520-15003AF5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51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B373-2C6A-4B15-9C8B-2678E9663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12837-481F-4509-9DA8-A5C623B9B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4F31F-85E3-41E5-9EB5-7FBD787D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DCE05-9513-4C84-A475-4C6B36BA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F3FA8-4D16-49D5-A425-2BF1B897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99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3B613-AE25-4305-9CA8-77E7DB06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3EE94-AEF0-4CC5-AE39-B19606ACE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A7E65-1200-4626-B4A5-CEB4975F8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1B8A2-134E-4B50-A3A4-5371487BB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BD128-2D8A-4461-BF6A-6647FB9B2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E6D51-BED4-4A17-A768-DD5529C54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13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7E5F-558F-4F21-90EB-0C832F60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0CF40-5238-417A-B2AA-246C0EB6E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1EC24-37F7-452B-9A07-73BFAF27B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958E8-61E8-45C3-BCEE-E19792ED3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9F8FDA-AD6C-4D02-BF8B-1238A56B56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F4A00-FB54-4EB3-9FA9-1BC07EBF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44FE5-1CEB-4F23-A3D3-4A470DD0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19571-B4BC-4740-90E3-17ACC72B0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86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AE8C-1B06-4B98-9B18-E79E7F95F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FE1CD0-8746-4291-A1FD-F96F734D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BF295-5BF2-4455-BE7E-3B15AA846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73DF8-64A6-4AE5-9EC3-7CB125CC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9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D79454-5C70-44C4-B812-16925D246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49F2E-5D34-479B-B4A5-FAFD53BA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B5F25-2E95-4FC5-B2BD-54336F04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21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AB84A-C964-45D4-BE14-868C818D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FD6E3-8B80-4E31-95EA-220AA3472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24301-D023-4A4C-A310-903636BA2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0C97D-A0AF-4B42-BB40-8527B2E6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59F6B-E72D-4A25-8F44-33D62180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EE4A6-37FE-4E31-B759-9D2C0DF8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38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80AC-F4B6-4C37-B0EE-3E9C2B96F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6F0A8-8EC5-4FE0-A52E-F88C747D2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CCD2F-9EEE-4C60-A2D3-A9D9240B6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E8207-3E57-4E6E-918F-07E1B658A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B032C-82FA-4170-9C4B-184426C7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F3FF9-B24C-4C94-AA01-F8DD5472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49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50EEC-5B60-4902-AF28-E9A9CCEA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5D74B9-D387-4927-8174-065A2ECC0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F5B20-7650-4DCA-956F-8FDB584D0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04345-3F00-43BD-891A-470D36576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786E2-3ED1-4A09-AADF-74A48E02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55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88E03-AE40-440E-8290-01B0F9839E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2973B-A609-4F3F-8898-1BD296751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88345-984A-4B22-B862-5160069D2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BB2CE-7FAC-4EA0-A3E5-CA8EE2DC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35591-032C-4A7E-A4AC-9A5329B9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970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C9D3C-8946-49FF-B577-4C084069E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7EE70-DB8F-4198-AC7A-67D758526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C7F95-F553-45E2-80BA-7FBC925D1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B915B-0E1A-4590-A500-92CA1A747A5F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6028B-72A4-4F3D-B48F-B8A13069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C814B-31A2-469F-8C07-4CB9B6731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19496-41D5-4C0C-8811-4FE482749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33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03AF37-AA73-469C-A9EA-DF8D8C5F63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2"/>
          <a:stretch/>
        </p:blipFill>
        <p:spPr>
          <a:xfrm>
            <a:off x="1460597" y="10"/>
            <a:ext cx="9270806" cy="6857990"/>
          </a:xfrm>
          <a:custGeom>
            <a:avLst/>
            <a:gdLst/>
            <a:ahLst/>
            <a:cxnLst/>
            <a:rect l="l" t="t" r="r" b="b"/>
            <a:pathLst>
              <a:path w="9270806" h="6858000">
                <a:moveTo>
                  <a:pt x="1503712" y="0"/>
                </a:moveTo>
                <a:lnTo>
                  <a:pt x="7767094" y="0"/>
                </a:lnTo>
                <a:lnTo>
                  <a:pt x="7913128" y="139721"/>
                </a:lnTo>
                <a:cubicBezTo>
                  <a:pt x="8751971" y="981521"/>
                  <a:pt x="9270806" y="2144457"/>
                  <a:pt x="9270806" y="3429000"/>
                </a:cubicBezTo>
                <a:cubicBezTo>
                  <a:pt x="9270806" y="4713544"/>
                  <a:pt x="8751971" y="5876479"/>
                  <a:pt x="7913128" y="6718279"/>
                </a:cubicBezTo>
                <a:lnTo>
                  <a:pt x="7767094" y="6858000"/>
                </a:lnTo>
                <a:lnTo>
                  <a:pt x="1503712" y="6858000"/>
                </a:lnTo>
                <a:lnTo>
                  <a:pt x="1357679" y="6718279"/>
                </a:lnTo>
                <a:cubicBezTo>
                  <a:pt x="518835" y="5876479"/>
                  <a:pt x="0" y="4713544"/>
                  <a:pt x="0" y="3429000"/>
                </a:cubicBezTo>
                <a:cubicBezTo>
                  <a:pt x="0" y="2144457"/>
                  <a:pt x="518835" y="981521"/>
                  <a:pt x="1357679" y="139721"/>
                </a:cubicBez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A39267-49BC-486C-8152-6C4A26309710}"/>
              </a:ext>
            </a:extLst>
          </p:cNvPr>
          <p:cNvSpPr txBox="1"/>
          <p:nvPr/>
        </p:nvSpPr>
        <p:spPr>
          <a:xfrm>
            <a:off x="160902" y="92766"/>
            <a:ext cx="13612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Vladimir Script" panose="03050402040407070305" pitchFamily="66" charset="0"/>
              </a:rPr>
              <a:t>KST</a:t>
            </a:r>
            <a:endParaRPr lang="en-GB" sz="4800" dirty="0">
              <a:latin typeface="Vladimir Script" panose="03050402040407070305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C07F2-1905-457D-8480-B7C94FE9F6F6}"/>
              </a:ext>
            </a:extLst>
          </p:cNvPr>
          <p:cNvSpPr txBox="1"/>
          <p:nvPr/>
        </p:nvSpPr>
        <p:spPr>
          <a:xfrm>
            <a:off x="2357167" y="716014"/>
            <a:ext cx="6992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KST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19F210-EB78-46E2-B524-0C784E5239A1}"/>
              </a:ext>
            </a:extLst>
          </p:cNvPr>
          <p:cNvSpPr txBox="1"/>
          <p:nvPr/>
        </p:nvSpPr>
        <p:spPr>
          <a:xfrm>
            <a:off x="1685188" y="2686688"/>
            <a:ext cx="6719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EPE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7B678-FB6D-422B-B473-7174AFCD27AB}"/>
              </a:ext>
            </a:extLst>
          </p:cNvPr>
          <p:cNvSpPr txBox="1"/>
          <p:nvPr/>
        </p:nvSpPr>
        <p:spPr>
          <a:xfrm>
            <a:off x="1829458" y="4241864"/>
            <a:ext cx="527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TT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C8AC5-252A-4DD3-970D-4F9E6336D1C9}"/>
              </a:ext>
            </a:extLst>
          </p:cNvPr>
          <p:cNvSpPr txBox="1"/>
          <p:nvPr/>
        </p:nvSpPr>
        <p:spPr>
          <a:xfrm>
            <a:off x="4523897" y="526594"/>
            <a:ext cx="10615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CHESS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5F17B-3837-493E-8164-C37EC2982BB7}"/>
              </a:ext>
            </a:extLst>
          </p:cNvPr>
          <p:cNvSpPr txBox="1"/>
          <p:nvPr/>
        </p:nvSpPr>
        <p:spPr>
          <a:xfrm>
            <a:off x="5805605" y="2686688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AI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C7686-0F2C-4F0C-8CFB-D90B135475E4}"/>
              </a:ext>
            </a:extLst>
          </p:cNvPr>
          <p:cNvSpPr txBox="1"/>
          <p:nvPr/>
        </p:nvSpPr>
        <p:spPr>
          <a:xfrm>
            <a:off x="8194749" y="1716553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ML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44761C-A979-4F6C-9756-153ED55EAB3B}"/>
              </a:ext>
            </a:extLst>
          </p:cNvPr>
          <p:cNvSpPr txBox="1"/>
          <p:nvPr/>
        </p:nvSpPr>
        <p:spPr>
          <a:xfrm>
            <a:off x="8786578" y="4213811"/>
            <a:ext cx="1293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PYTHON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D4D606-7AA9-4ECB-AA09-A9C3AFED4C37}"/>
              </a:ext>
            </a:extLst>
          </p:cNvPr>
          <p:cNvSpPr txBox="1"/>
          <p:nvPr/>
        </p:nvSpPr>
        <p:spPr>
          <a:xfrm>
            <a:off x="8998816" y="31884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29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417AF-78C8-4A96-B589-FB13B949A86A}"/>
              </a:ext>
            </a:extLst>
          </p:cNvPr>
          <p:cNvSpPr txBox="1"/>
          <p:nvPr/>
        </p:nvSpPr>
        <p:spPr>
          <a:xfrm>
            <a:off x="2839030" y="5726488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10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710DD-4CFE-4103-ACE2-BB8E7AC1BCE9}"/>
              </a:ext>
            </a:extLst>
          </p:cNvPr>
          <p:cNvSpPr txBox="1"/>
          <p:nvPr/>
        </p:nvSpPr>
        <p:spPr>
          <a:xfrm>
            <a:off x="6869532" y="4657362"/>
            <a:ext cx="6848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2001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33680E-639E-456C-B6DF-09DDE1616DC9}"/>
              </a:ext>
            </a:extLst>
          </p:cNvPr>
          <p:cNvSpPr txBox="1"/>
          <p:nvPr/>
        </p:nvSpPr>
        <p:spPr>
          <a:xfrm>
            <a:off x="7923681" y="3545353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DE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61832F-6303-45B2-9E77-9173459254C1}"/>
              </a:ext>
            </a:extLst>
          </p:cNvPr>
          <p:cNvSpPr txBox="1"/>
          <p:nvPr/>
        </p:nvSpPr>
        <p:spPr>
          <a:xfrm>
            <a:off x="4250910" y="4030424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ENG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5AE32E-EB47-4DDE-B563-BB6605AA918E}"/>
              </a:ext>
            </a:extLst>
          </p:cNvPr>
          <p:cNvSpPr txBox="1"/>
          <p:nvPr/>
        </p:nvSpPr>
        <p:spPr>
          <a:xfrm>
            <a:off x="6257024" y="1131512"/>
            <a:ext cx="1225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NOVELS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A9FEF1-ECA6-4F6E-BCF8-0E2A21E6D841}"/>
              </a:ext>
            </a:extLst>
          </p:cNvPr>
          <p:cNvSpPr txBox="1"/>
          <p:nvPr/>
        </p:nvSpPr>
        <p:spPr>
          <a:xfrm>
            <a:off x="7029191" y="2626476"/>
            <a:ext cx="10502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BOOKS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60DFCA-A21D-4B15-B8F5-22877AA651BF}"/>
              </a:ext>
            </a:extLst>
          </p:cNvPr>
          <p:cNvSpPr txBox="1"/>
          <p:nvPr/>
        </p:nvSpPr>
        <p:spPr>
          <a:xfrm>
            <a:off x="4150683" y="5518739"/>
            <a:ext cx="16450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TSAONGAF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01EA1-93F8-4B43-862B-746A774CBD91}"/>
              </a:ext>
            </a:extLst>
          </p:cNvPr>
          <p:cNvSpPr txBox="1"/>
          <p:nvPr/>
        </p:nvSpPr>
        <p:spPr>
          <a:xfrm>
            <a:off x="5307244" y="3774537"/>
            <a:ext cx="19046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CONFIDENCE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D0E430-F901-4D95-B4A1-DB9E5729B42E}"/>
              </a:ext>
            </a:extLst>
          </p:cNvPr>
          <p:cNvSpPr txBox="1"/>
          <p:nvPr/>
        </p:nvSpPr>
        <p:spPr>
          <a:xfrm>
            <a:off x="3017118" y="3102186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TM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8E6EC5-EEDC-4F35-95BB-7B1C57488269}"/>
              </a:ext>
            </a:extLst>
          </p:cNvPr>
          <p:cNvSpPr txBox="1"/>
          <p:nvPr/>
        </p:nvSpPr>
        <p:spPr>
          <a:xfrm>
            <a:off x="3689496" y="2125440"/>
            <a:ext cx="5517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Vladimir Script" panose="03050402040407070305" pitchFamily="66" charset="0"/>
              </a:rPr>
              <a:t>SD</a:t>
            </a:r>
            <a:endParaRPr lang="en-GB" sz="2100" dirty="0">
              <a:solidFill>
                <a:schemeClr val="bg1"/>
              </a:solidFill>
              <a:latin typeface="Vladimir Script" panose="03050402040407070305" pitchFamily="66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6BC00-6F99-43D5-AE5B-54C1BD894D16}"/>
              </a:ext>
            </a:extLst>
          </p:cNvPr>
          <p:cNvSpPr txBox="1"/>
          <p:nvPr/>
        </p:nvSpPr>
        <p:spPr>
          <a:xfrm>
            <a:off x="6711797" y="4177768"/>
            <a:ext cx="13676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RANDOM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6ADE8A-8EED-4C0F-8BAF-E9D9F29FA919}"/>
              </a:ext>
            </a:extLst>
          </p:cNvPr>
          <p:cNvSpPr txBox="1"/>
          <p:nvPr/>
        </p:nvSpPr>
        <p:spPr>
          <a:xfrm>
            <a:off x="4263152" y="4878544"/>
            <a:ext cx="6992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KST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62901E-13A6-4658-8978-17B89B7E82E6}"/>
              </a:ext>
            </a:extLst>
          </p:cNvPr>
          <p:cNvSpPr txBox="1"/>
          <p:nvPr/>
        </p:nvSpPr>
        <p:spPr>
          <a:xfrm>
            <a:off x="6833658" y="1816333"/>
            <a:ext cx="6719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EPE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9E7BC0-2248-4C76-8350-DE3FF635C27E}"/>
              </a:ext>
            </a:extLst>
          </p:cNvPr>
          <p:cNvSpPr txBox="1"/>
          <p:nvPr/>
        </p:nvSpPr>
        <p:spPr>
          <a:xfrm>
            <a:off x="3284779" y="4225915"/>
            <a:ext cx="527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TT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C40FB3-5D77-43C4-ADB5-E4B9C2DDA124}"/>
              </a:ext>
            </a:extLst>
          </p:cNvPr>
          <p:cNvSpPr txBox="1"/>
          <p:nvPr/>
        </p:nvSpPr>
        <p:spPr>
          <a:xfrm>
            <a:off x="4377267" y="283422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10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EBD21F-6E1C-4D15-A5CA-6DB2101A4551}"/>
              </a:ext>
            </a:extLst>
          </p:cNvPr>
          <p:cNvSpPr txBox="1"/>
          <p:nvPr/>
        </p:nvSpPr>
        <p:spPr>
          <a:xfrm>
            <a:off x="6434477" y="5561595"/>
            <a:ext cx="16450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TSAONGAF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0A4C6F-8B5D-4094-9872-597B262AE1EF}"/>
              </a:ext>
            </a:extLst>
          </p:cNvPr>
          <p:cNvSpPr txBox="1"/>
          <p:nvPr/>
        </p:nvSpPr>
        <p:spPr>
          <a:xfrm>
            <a:off x="6235622" y="2300497"/>
            <a:ext cx="72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ENG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39D76C-ECB5-4648-B37E-FE9E287BA3DD}"/>
              </a:ext>
            </a:extLst>
          </p:cNvPr>
          <p:cNvSpPr txBox="1"/>
          <p:nvPr/>
        </p:nvSpPr>
        <p:spPr>
          <a:xfrm>
            <a:off x="4015678" y="2628060"/>
            <a:ext cx="5517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SD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08208-F5CA-477B-9508-092E6E3035FD}"/>
              </a:ext>
            </a:extLst>
          </p:cNvPr>
          <p:cNvSpPr txBox="1"/>
          <p:nvPr/>
        </p:nvSpPr>
        <p:spPr>
          <a:xfrm>
            <a:off x="4734176" y="1374714"/>
            <a:ext cx="10615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CHESS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8ED31D-16D5-47CD-8F81-DD0F8E13CE7B}"/>
              </a:ext>
            </a:extLst>
          </p:cNvPr>
          <p:cNvSpPr txBox="1"/>
          <p:nvPr/>
        </p:nvSpPr>
        <p:spPr>
          <a:xfrm>
            <a:off x="6409434" y="1588115"/>
            <a:ext cx="12250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NOVELS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628D35-5CD4-4C89-A482-8DF75BEAE2E1}"/>
              </a:ext>
            </a:extLst>
          </p:cNvPr>
          <p:cNvSpPr txBox="1"/>
          <p:nvPr/>
        </p:nvSpPr>
        <p:spPr>
          <a:xfrm>
            <a:off x="7977382" y="940907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29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8AA568-EAED-4A96-B00A-2C3AE46CFDFC}"/>
              </a:ext>
            </a:extLst>
          </p:cNvPr>
          <p:cNvSpPr txBox="1"/>
          <p:nvPr/>
        </p:nvSpPr>
        <p:spPr>
          <a:xfrm>
            <a:off x="8347149" y="1868953"/>
            <a:ext cx="5918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ML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CDC1C1-51EF-4A5D-A24C-913F2BE9D344}"/>
              </a:ext>
            </a:extLst>
          </p:cNvPr>
          <p:cNvSpPr txBox="1"/>
          <p:nvPr/>
        </p:nvSpPr>
        <p:spPr>
          <a:xfrm>
            <a:off x="9128854" y="2729644"/>
            <a:ext cx="542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DE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F2911A-CE63-4D3E-B7C0-F09AA041BED6}"/>
              </a:ext>
            </a:extLst>
          </p:cNvPr>
          <p:cNvSpPr txBox="1"/>
          <p:nvPr/>
        </p:nvSpPr>
        <p:spPr>
          <a:xfrm>
            <a:off x="7620770" y="4913732"/>
            <a:ext cx="10502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BOOKS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125D0E-EA1C-4CFB-A96F-E05FCF726B03}"/>
              </a:ext>
            </a:extLst>
          </p:cNvPr>
          <p:cNvSpPr txBox="1"/>
          <p:nvPr/>
        </p:nvSpPr>
        <p:spPr>
          <a:xfrm>
            <a:off x="5942452" y="6109998"/>
            <a:ext cx="1293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Vladimir Script" panose="03050402040407070305" pitchFamily="66" charset="0"/>
              </a:rPr>
              <a:t>PYTHON</a:t>
            </a:r>
            <a:endParaRPr lang="en-GB" sz="2100" dirty="0">
              <a:latin typeface="Vladimir Script" panose="030504020404070703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81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67BA5D-BEF8-4CF3-83FD-0055F5B74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280615-D21F-442B-A58E-AFC52EABAFB2}"/>
              </a:ext>
            </a:extLst>
          </p:cNvPr>
          <p:cNvSpPr txBox="1"/>
          <p:nvPr/>
        </p:nvSpPr>
        <p:spPr>
          <a:xfrm>
            <a:off x="6824869" y="384313"/>
            <a:ext cx="5155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92D050"/>
                </a:solidFill>
              </a:rPr>
              <a:t>Python</a:t>
            </a:r>
            <a:r>
              <a:rPr lang="en-GB" sz="3600" b="1" dirty="0">
                <a:solidFill>
                  <a:schemeClr val="bg1"/>
                </a:solidFill>
              </a:rPr>
              <a:t> with </a:t>
            </a:r>
            <a:r>
              <a:rPr lang="en-GB" sz="3600" b="1" u="sng" dirty="0">
                <a:solidFill>
                  <a:schemeClr val="bg1"/>
                </a:solidFill>
              </a:rPr>
              <a:t>Khaled Saje’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BCAC8-A7EB-440A-8C6F-1441F0DE50AA}"/>
              </a:ext>
            </a:extLst>
          </p:cNvPr>
          <p:cNvSpPr txBox="1"/>
          <p:nvPr/>
        </p:nvSpPr>
        <p:spPr>
          <a:xfrm>
            <a:off x="212035" y="338146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8687E-0EA6-43A5-8289-59FA27588DB8}"/>
              </a:ext>
            </a:extLst>
          </p:cNvPr>
          <p:cNvSpPr txBox="1"/>
          <p:nvPr/>
        </p:nvSpPr>
        <p:spPr>
          <a:xfrm>
            <a:off x="8477836" y="1030644"/>
            <a:ext cx="1849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>
                <a:solidFill>
                  <a:srgbClr val="00B050"/>
                </a:solidFill>
              </a:rPr>
              <a:t>LEC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BFAD4-6838-4E1F-916B-722FFCC709ED}"/>
              </a:ext>
            </a:extLst>
          </p:cNvPr>
          <p:cNvSpPr txBox="1"/>
          <p:nvPr/>
        </p:nvSpPr>
        <p:spPr>
          <a:xfrm>
            <a:off x="11099410" y="5648573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</p:spTree>
    <p:extLst>
      <p:ext uri="{BB962C8B-B14F-4D97-AF65-F5344CB8AC3E}">
        <p14:creationId xmlns:p14="http://schemas.microsoft.com/office/powerpoint/2010/main" val="209977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7C2D2-CF01-4E79-B1F7-DE7AAC98D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92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5F5213-F03B-4738-A91A-3133BC0506CE}"/>
              </a:ext>
            </a:extLst>
          </p:cNvPr>
          <p:cNvSpPr txBox="1"/>
          <p:nvPr/>
        </p:nvSpPr>
        <p:spPr>
          <a:xfrm>
            <a:off x="0" y="198783"/>
            <a:ext cx="5155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FF00"/>
                </a:solidFill>
              </a:rPr>
              <a:t>What we will learn in this LEC:</a:t>
            </a:r>
            <a:endParaRPr lang="en-GB" sz="3600" b="1" u="sng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EDA49-B7D6-4492-A52B-5AC784AD97BB}"/>
              </a:ext>
            </a:extLst>
          </p:cNvPr>
          <p:cNvSpPr txBox="1"/>
          <p:nvPr/>
        </p:nvSpPr>
        <p:spPr>
          <a:xfrm>
            <a:off x="132521" y="2561850"/>
            <a:ext cx="51550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Know what is programming language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Why python?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Python applications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Python installation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1" u="sng" dirty="0">
                <a:solidFill>
                  <a:schemeClr val="bg1"/>
                </a:solidFill>
              </a:rPr>
              <a:t>Interpreter and Compiler</a:t>
            </a:r>
          </a:p>
          <a:p>
            <a:endParaRPr lang="en-GB" sz="2400" b="1" u="sng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9AF09-7BD5-4A4C-9421-43FF64ADC239}"/>
              </a:ext>
            </a:extLst>
          </p:cNvPr>
          <p:cNvSpPr txBox="1"/>
          <p:nvPr/>
        </p:nvSpPr>
        <p:spPr>
          <a:xfrm>
            <a:off x="11296357" y="6000265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210EA-28C0-4A22-A5F7-7CDB70173004}"/>
              </a:ext>
            </a:extLst>
          </p:cNvPr>
          <p:cNvSpPr txBox="1"/>
          <p:nvPr/>
        </p:nvSpPr>
        <p:spPr>
          <a:xfrm>
            <a:off x="10218463" y="19878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 Khaled Tayem</a:t>
            </a:r>
          </a:p>
        </p:txBody>
      </p:sp>
    </p:spTree>
    <p:extLst>
      <p:ext uri="{BB962C8B-B14F-4D97-AF65-F5344CB8AC3E}">
        <p14:creationId xmlns:p14="http://schemas.microsoft.com/office/powerpoint/2010/main" val="326596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483C59-3FA8-4F71-9642-59687109F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55B688-BA74-4925-9488-1E47E312B0D4}"/>
              </a:ext>
            </a:extLst>
          </p:cNvPr>
          <p:cNvSpPr txBox="1"/>
          <p:nvPr/>
        </p:nvSpPr>
        <p:spPr>
          <a:xfrm>
            <a:off x="11099410" y="5648573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F65F0-CBBB-4A3E-B25A-6C5F1A6B1979}"/>
              </a:ext>
            </a:extLst>
          </p:cNvPr>
          <p:cNvSpPr txBox="1"/>
          <p:nvPr/>
        </p:nvSpPr>
        <p:spPr>
          <a:xfrm>
            <a:off x="10218463" y="19878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 Khaled Tayem</a:t>
            </a:r>
          </a:p>
        </p:txBody>
      </p:sp>
    </p:spTree>
    <p:extLst>
      <p:ext uri="{BB962C8B-B14F-4D97-AF65-F5344CB8AC3E}">
        <p14:creationId xmlns:p14="http://schemas.microsoft.com/office/powerpoint/2010/main" val="1052969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DBA242-182B-4B8E-8AA6-B7CA1C3EC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E4CD3007-0468-4ACE-8370-A9C28F4DE4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7867235"/>
              </p:ext>
            </p:extLst>
          </p:nvPr>
        </p:nvGraphicFramePr>
        <p:xfrm>
          <a:off x="148258" y="3429000"/>
          <a:ext cx="7842803" cy="3163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7CC2A3-7A4D-40AE-A398-A70679D9CE69}"/>
              </a:ext>
            </a:extLst>
          </p:cNvPr>
          <p:cNvSpPr txBox="1"/>
          <p:nvPr/>
        </p:nvSpPr>
        <p:spPr>
          <a:xfrm>
            <a:off x="148258" y="2394132"/>
            <a:ext cx="36546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</a:rPr>
              <a:t>Why python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3A0AC-E499-470E-9AAC-D993668D47F2}"/>
              </a:ext>
            </a:extLst>
          </p:cNvPr>
          <p:cNvSpPr txBox="1"/>
          <p:nvPr/>
        </p:nvSpPr>
        <p:spPr>
          <a:xfrm>
            <a:off x="11524497" y="6098739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64B93-B396-4DB5-9EC6-1554D971111E}"/>
              </a:ext>
            </a:extLst>
          </p:cNvPr>
          <p:cNvSpPr txBox="1"/>
          <p:nvPr/>
        </p:nvSpPr>
        <p:spPr>
          <a:xfrm>
            <a:off x="10218463" y="19878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 Khaled Tayem</a:t>
            </a:r>
          </a:p>
        </p:txBody>
      </p:sp>
    </p:spTree>
    <p:extLst>
      <p:ext uri="{BB962C8B-B14F-4D97-AF65-F5344CB8AC3E}">
        <p14:creationId xmlns:p14="http://schemas.microsoft.com/office/powerpoint/2010/main" val="206021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977A031-E173-4953-AB5A-9E15529C9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49004D-8AB5-42D7-838C-4F363876AE5D}"/>
              </a:ext>
            </a:extLst>
          </p:cNvPr>
          <p:cNvSpPr txBox="1"/>
          <p:nvPr/>
        </p:nvSpPr>
        <p:spPr>
          <a:xfrm>
            <a:off x="320537" y="4925298"/>
            <a:ext cx="36546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</a:rPr>
              <a:t>Python Applications: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B713E4-981B-46C7-A9D6-AF21DC0F6365}"/>
              </a:ext>
            </a:extLst>
          </p:cNvPr>
          <p:cNvSpPr txBox="1"/>
          <p:nvPr/>
        </p:nvSpPr>
        <p:spPr>
          <a:xfrm>
            <a:off x="11352218" y="6002516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FFB6EA-C903-41A0-8298-D65DB4289E0A}"/>
              </a:ext>
            </a:extLst>
          </p:cNvPr>
          <p:cNvSpPr txBox="1"/>
          <p:nvPr/>
        </p:nvSpPr>
        <p:spPr>
          <a:xfrm>
            <a:off x="10218463" y="19878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 Khaled Tayem</a:t>
            </a:r>
          </a:p>
        </p:txBody>
      </p:sp>
    </p:spTree>
    <p:extLst>
      <p:ext uri="{BB962C8B-B14F-4D97-AF65-F5344CB8AC3E}">
        <p14:creationId xmlns:p14="http://schemas.microsoft.com/office/powerpoint/2010/main" val="94322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40C6D6-ECDC-4971-867E-76E548566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191C7D6-0E3D-4382-B854-BD42CC714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521" y="3429000"/>
            <a:ext cx="5963479" cy="2521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AF8B48-2664-458F-9B96-C586E2DD0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6321" y="3429000"/>
            <a:ext cx="2362200" cy="3333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EE4364-1F6E-4CF9-ACB6-D9ACB7245AC4}"/>
              </a:ext>
            </a:extLst>
          </p:cNvPr>
          <p:cNvSpPr txBox="1"/>
          <p:nvPr/>
        </p:nvSpPr>
        <p:spPr>
          <a:xfrm>
            <a:off x="0" y="0"/>
            <a:ext cx="36546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</a:rPr>
              <a:t>Python Installation: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101DE0-2A2B-4F8A-93EF-22F89EB61EAF}"/>
              </a:ext>
            </a:extLst>
          </p:cNvPr>
          <p:cNvSpPr txBox="1"/>
          <p:nvPr/>
        </p:nvSpPr>
        <p:spPr>
          <a:xfrm>
            <a:off x="11183815" y="6219447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8BA772-9E5A-42EA-8567-E7B1576D7689}"/>
              </a:ext>
            </a:extLst>
          </p:cNvPr>
          <p:cNvSpPr txBox="1"/>
          <p:nvPr/>
        </p:nvSpPr>
        <p:spPr>
          <a:xfrm>
            <a:off x="10218463" y="19878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 Khaled Tayem</a:t>
            </a:r>
          </a:p>
        </p:txBody>
      </p:sp>
    </p:spTree>
    <p:extLst>
      <p:ext uri="{BB962C8B-B14F-4D97-AF65-F5344CB8AC3E}">
        <p14:creationId xmlns:p14="http://schemas.microsoft.com/office/powerpoint/2010/main" val="85926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9EF3BB-9568-4BB3-8CBC-6822349A9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F10FF3-9E89-4E93-8F9E-9804D553E122}"/>
              </a:ext>
            </a:extLst>
          </p:cNvPr>
          <p:cNvSpPr txBox="1"/>
          <p:nvPr/>
        </p:nvSpPr>
        <p:spPr>
          <a:xfrm>
            <a:off x="7709095" y="1603717"/>
            <a:ext cx="38123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u="sng" dirty="0"/>
              <a:t>Compiler</a:t>
            </a:r>
            <a:r>
              <a:rPr lang="en-GB" sz="4400" b="1" dirty="0"/>
              <a:t> and </a:t>
            </a:r>
            <a:r>
              <a:rPr lang="en-GB" sz="4400" b="1" u="sng" dirty="0"/>
              <a:t>interpreter</a:t>
            </a:r>
            <a:r>
              <a:rPr lang="en-GB" sz="4400" b="1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25E2F-CEC1-4531-A71B-5DF52C6E3197}"/>
              </a:ext>
            </a:extLst>
          </p:cNvPr>
          <p:cNvSpPr txBox="1"/>
          <p:nvPr/>
        </p:nvSpPr>
        <p:spPr>
          <a:xfrm>
            <a:off x="11261817" y="6056536"/>
            <a:ext cx="5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68E66-244B-4298-ADF8-18F92CAB5AAC}"/>
              </a:ext>
            </a:extLst>
          </p:cNvPr>
          <p:cNvSpPr txBox="1"/>
          <p:nvPr/>
        </p:nvSpPr>
        <p:spPr>
          <a:xfrm>
            <a:off x="10218463" y="198783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 Khaled Tayem</a:t>
            </a:r>
          </a:p>
        </p:txBody>
      </p:sp>
    </p:spTree>
    <p:extLst>
      <p:ext uri="{BB962C8B-B14F-4D97-AF65-F5344CB8AC3E}">
        <p14:creationId xmlns:p14="http://schemas.microsoft.com/office/powerpoint/2010/main" val="156087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148</Words>
  <Application>Microsoft Office PowerPoint</Application>
  <PresentationFormat>Widescreen</PresentationFormat>
  <Paragraphs>73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Vladimir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khaled tayem</dc:creator>
  <cp:lastModifiedBy>khaled tayem</cp:lastModifiedBy>
  <cp:revision>3</cp:revision>
  <dcterms:created xsi:type="dcterms:W3CDTF">2022-04-02T22:48:56Z</dcterms:created>
  <dcterms:modified xsi:type="dcterms:W3CDTF">2022-04-05T23:47:24Z</dcterms:modified>
</cp:coreProperties>
</file>