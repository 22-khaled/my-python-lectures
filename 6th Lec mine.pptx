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5DD6-7A01-4B54-9016-7840D55A7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F6346-EE38-4680-B59F-03293CC31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80E9-0EC0-42BE-8EDB-473850CC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55242-39FC-4B2F-B2B8-57BF0552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D6260-5CD9-478A-8B89-5B62D918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56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7F55-048B-47C6-8D81-B8E832CF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CAD3-4F74-4F9B-80E0-80D0C088F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B1A85-1D10-458E-9462-EA48C843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E1927-5A38-4E78-B22F-B0A242DD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CD9BB-4FF5-417A-9A96-2947BBB9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18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37D8-DA31-4940-8AAB-136CE76E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51511-7112-4548-B4DD-1642125F2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7232-3BC7-43A5-A86A-8EB4BD06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347D4-9D54-4735-BD73-03DA6ECF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C6107-5B2E-4DDE-9A2F-178AD8A6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02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045C-ED96-4E84-B6F9-8D4973CB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CA2E-7AF6-4AE0-85B4-BCEFD40CB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1A2D1-EDC3-44B6-A8DE-927B780E0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03DEF-8B23-4CE6-907A-E300998A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14381-5D21-4A25-AB59-46DE3C5D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58E4D-8BA7-4341-BF77-520FABC0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68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318F-CD59-4852-908C-30F9861D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43BCF-302C-4A87-9081-FEA45E5FF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73F9F-A877-4572-B1EE-8154BA54A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481AC-2204-4684-BF86-B8D7ED97F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7F469-28B6-4890-A8E6-C6538B59E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BCC13-527D-49FB-BD18-2550F984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CBD18-6B48-4CFC-B807-63DD18AC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9DC00-D8E4-4915-8023-8353BEB6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76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B8A8-D71F-48A6-B68B-17106913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70562-62C9-4EF0-B9E5-6C810841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F4FB5-9A8C-48FD-8D12-70F1989F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72CC2-9B3F-48E4-A4FA-6669F69B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37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F8100-A82F-4CA7-8B7B-7FF23D6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B2C0C-8B0E-4644-85CA-167F31AC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F9BB1-C37D-4608-B976-8CB322F4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19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CE09-5901-4BD7-8A9B-99FFD6C0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16BE-A7B4-48B9-8907-5FDCDE16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77669-42E2-4630-84FB-0795A73A3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47713-91DD-41BB-80F9-02CCEE6B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D059A-A855-4C56-8A6C-E1F7B3C3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93D1B-C049-48A1-BADC-AD4D0AD7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11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E684-C306-400B-9BB4-0FD4DE01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99547-4A9F-4DD1-89E0-6E0BAD1E0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2506B-8623-4E64-BAE2-112A1DB7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09256-BBFB-46BC-B275-2C14ECDB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967D3-6928-441D-8FC7-96530ADA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C199A-A7F9-43C5-9000-7D457E34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7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6F56-92F8-4377-AB8B-8EF9F55E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D3D1F-D614-421F-8358-E2F8B055B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8FF6-2FD3-4E74-A082-6F3CD3E3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D6268-CCD4-4690-9AE8-F2AC15C2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73729-E313-48DD-B835-CD779C10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62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8794E-734F-41D2-A6C6-735BC5F49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38322-217B-4FDF-AECE-D9C2CB43C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82FF6-8405-420A-BBF6-598E7CF5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25A7-E8A0-422F-9A17-6B3BAE73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F06BE-967C-4F63-ABEE-117C3D7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7F74F-B376-4869-BF06-D6572072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CB435-DB9B-434C-9780-07CFAD57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A5552-0CCB-471E-9A45-D26169916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8DCD5-B70E-408A-9090-CF65D566FE7B}" type="datetimeFigureOut">
              <a:rPr lang="en-GB" smtClean="0"/>
              <a:t>13/04/2022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8FC42-277B-48BD-80E1-74F01B8DD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CF18D-6A10-43A1-81EB-7D51F0458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93BA6-DD89-4B26-A0A2-77E643C69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37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03AF37-AA73-469C-A9EA-DF8D8C5F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39267-49BC-486C-8152-6C4A26309710}"/>
              </a:ext>
            </a:extLst>
          </p:cNvPr>
          <p:cNvSpPr txBox="1"/>
          <p:nvPr/>
        </p:nvSpPr>
        <p:spPr>
          <a:xfrm>
            <a:off x="160902" y="92766"/>
            <a:ext cx="1361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Vladimir Script" panose="03050402040407070305" pitchFamily="66" charset="0"/>
              </a:rPr>
              <a:t>KST</a:t>
            </a:r>
            <a:endParaRPr lang="en-GB" sz="4800" dirty="0">
              <a:latin typeface="Vladimir Script" panose="03050402040407070305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C07F2-1905-457D-8480-B7C94FE9F6F6}"/>
              </a:ext>
            </a:extLst>
          </p:cNvPr>
          <p:cNvSpPr txBox="1"/>
          <p:nvPr/>
        </p:nvSpPr>
        <p:spPr>
          <a:xfrm>
            <a:off x="2357167" y="71601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KST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F210-EB78-46E2-B524-0C784E5239A1}"/>
              </a:ext>
            </a:extLst>
          </p:cNvPr>
          <p:cNvSpPr txBox="1"/>
          <p:nvPr/>
        </p:nvSpPr>
        <p:spPr>
          <a:xfrm>
            <a:off x="1685188" y="2686688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EPE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7B678-FB6D-422B-B473-7174AFCD27AB}"/>
              </a:ext>
            </a:extLst>
          </p:cNvPr>
          <p:cNvSpPr txBox="1"/>
          <p:nvPr/>
        </p:nvSpPr>
        <p:spPr>
          <a:xfrm>
            <a:off x="1829458" y="4241864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C8AC5-252A-4DD3-970D-4F9E6336D1C9}"/>
              </a:ext>
            </a:extLst>
          </p:cNvPr>
          <p:cNvSpPr txBox="1"/>
          <p:nvPr/>
        </p:nvSpPr>
        <p:spPr>
          <a:xfrm>
            <a:off x="4523897" y="52659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CHESS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F17B-3837-493E-8164-C37EC2982BB7}"/>
              </a:ext>
            </a:extLst>
          </p:cNvPr>
          <p:cNvSpPr txBox="1"/>
          <p:nvPr/>
        </p:nvSpPr>
        <p:spPr>
          <a:xfrm>
            <a:off x="5805605" y="2686688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AI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C7686-0F2C-4F0C-8CFB-D90B135475E4}"/>
              </a:ext>
            </a:extLst>
          </p:cNvPr>
          <p:cNvSpPr txBox="1"/>
          <p:nvPr/>
        </p:nvSpPr>
        <p:spPr>
          <a:xfrm>
            <a:off x="8194749" y="17165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ML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4761C-A979-4F6C-9756-153ED55EAB3B}"/>
              </a:ext>
            </a:extLst>
          </p:cNvPr>
          <p:cNvSpPr txBox="1"/>
          <p:nvPr/>
        </p:nvSpPr>
        <p:spPr>
          <a:xfrm>
            <a:off x="8786578" y="4213811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PYTHON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4D606-7AA9-4ECB-AA09-A9C3AFED4C37}"/>
              </a:ext>
            </a:extLst>
          </p:cNvPr>
          <p:cNvSpPr txBox="1"/>
          <p:nvPr/>
        </p:nvSpPr>
        <p:spPr>
          <a:xfrm>
            <a:off x="8998816" y="31884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29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417AF-78C8-4A96-B589-FB13B949A86A}"/>
              </a:ext>
            </a:extLst>
          </p:cNvPr>
          <p:cNvSpPr txBox="1"/>
          <p:nvPr/>
        </p:nvSpPr>
        <p:spPr>
          <a:xfrm>
            <a:off x="2839030" y="572648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10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10DD-4CFE-4103-ACE2-BB8E7AC1BCE9}"/>
              </a:ext>
            </a:extLst>
          </p:cNvPr>
          <p:cNvSpPr txBox="1"/>
          <p:nvPr/>
        </p:nvSpPr>
        <p:spPr>
          <a:xfrm>
            <a:off x="6869532" y="4657362"/>
            <a:ext cx="6848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2001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3680E-639E-456C-B6DF-09DDE1616DC9}"/>
              </a:ext>
            </a:extLst>
          </p:cNvPr>
          <p:cNvSpPr txBox="1"/>
          <p:nvPr/>
        </p:nvSpPr>
        <p:spPr>
          <a:xfrm>
            <a:off x="7923681" y="3545353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DE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1832F-6303-45B2-9E77-9173459254C1}"/>
              </a:ext>
            </a:extLst>
          </p:cNvPr>
          <p:cNvSpPr txBox="1"/>
          <p:nvPr/>
        </p:nvSpPr>
        <p:spPr>
          <a:xfrm>
            <a:off x="4250910" y="4030424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ENG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AE32E-EB47-4DDE-B563-BB6605AA918E}"/>
              </a:ext>
            </a:extLst>
          </p:cNvPr>
          <p:cNvSpPr txBox="1"/>
          <p:nvPr/>
        </p:nvSpPr>
        <p:spPr>
          <a:xfrm>
            <a:off x="6257024" y="1131512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NOVELS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9FEF1-ECA6-4F6E-BCF8-0E2A21E6D841}"/>
              </a:ext>
            </a:extLst>
          </p:cNvPr>
          <p:cNvSpPr txBox="1"/>
          <p:nvPr/>
        </p:nvSpPr>
        <p:spPr>
          <a:xfrm>
            <a:off x="7029191" y="2626476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BOOKS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60DFCA-A21D-4B15-B8F5-22877AA651BF}"/>
              </a:ext>
            </a:extLst>
          </p:cNvPr>
          <p:cNvSpPr txBox="1"/>
          <p:nvPr/>
        </p:nvSpPr>
        <p:spPr>
          <a:xfrm>
            <a:off x="4150683" y="5518739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TSAONGAF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01EA1-93F8-4B43-862B-746A774CBD91}"/>
              </a:ext>
            </a:extLst>
          </p:cNvPr>
          <p:cNvSpPr txBox="1"/>
          <p:nvPr/>
        </p:nvSpPr>
        <p:spPr>
          <a:xfrm>
            <a:off x="5307244" y="3774537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CONFIDENCE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0E430-F901-4D95-B4A1-DB9E5729B42E}"/>
              </a:ext>
            </a:extLst>
          </p:cNvPr>
          <p:cNvSpPr txBox="1"/>
          <p:nvPr/>
        </p:nvSpPr>
        <p:spPr>
          <a:xfrm>
            <a:off x="3017118" y="3102186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TM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6EC5-EEDC-4F35-95BB-7B1C57488269}"/>
              </a:ext>
            </a:extLst>
          </p:cNvPr>
          <p:cNvSpPr txBox="1"/>
          <p:nvPr/>
        </p:nvSpPr>
        <p:spPr>
          <a:xfrm>
            <a:off x="3689496" y="212544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SD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6BC00-6F99-43D5-AE5B-54C1BD894D16}"/>
              </a:ext>
            </a:extLst>
          </p:cNvPr>
          <p:cNvSpPr txBox="1"/>
          <p:nvPr/>
        </p:nvSpPr>
        <p:spPr>
          <a:xfrm>
            <a:off x="6711797" y="4177768"/>
            <a:ext cx="13676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RANDOM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DE8A-8EED-4C0F-8BAF-E9D9F29FA919}"/>
              </a:ext>
            </a:extLst>
          </p:cNvPr>
          <p:cNvSpPr txBox="1"/>
          <p:nvPr/>
        </p:nvSpPr>
        <p:spPr>
          <a:xfrm>
            <a:off x="4263152" y="487854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KST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2901E-13A6-4658-8978-17B89B7E82E6}"/>
              </a:ext>
            </a:extLst>
          </p:cNvPr>
          <p:cNvSpPr txBox="1"/>
          <p:nvPr/>
        </p:nvSpPr>
        <p:spPr>
          <a:xfrm>
            <a:off x="6833658" y="1816333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EPE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E7BC0-2248-4C76-8350-DE3FF635C27E}"/>
              </a:ext>
            </a:extLst>
          </p:cNvPr>
          <p:cNvSpPr txBox="1"/>
          <p:nvPr/>
        </p:nvSpPr>
        <p:spPr>
          <a:xfrm>
            <a:off x="3284779" y="4225915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40FB3-5D77-43C4-ADB5-E4B9C2DDA124}"/>
              </a:ext>
            </a:extLst>
          </p:cNvPr>
          <p:cNvSpPr txBox="1"/>
          <p:nvPr/>
        </p:nvSpPr>
        <p:spPr>
          <a:xfrm>
            <a:off x="4377267" y="283422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10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BD21F-6E1C-4D15-A5CA-6DB2101A4551}"/>
              </a:ext>
            </a:extLst>
          </p:cNvPr>
          <p:cNvSpPr txBox="1"/>
          <p:nvPr/>
        </p:nvSpPr>
        <p:spPr>
          <a:xfrm>
            <a:off x="6434477" y="5561595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TSAONGAF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0A4C6F-8B5D-4094-9872-597B262AE1EF}"/>
              </a:ext>
            </a:extLst>
          </p:cNvPr>
          <p:cNvSpPr txBox="1"/>
          <p:nvPr/>
        </p:nvSpPr>
        <p:spPr>
          <a:xfrm>
            <a:off x="6235622" y="2300497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ENG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9D76C-ECB5-4648-B37E-FE9E287BA3DD}"/>
              </a:ext>
            </a:extLst>
          </p:cNvPr>
          <p:cNvSpPr txBox="1"/>
          <p:nvPr/>
        </p:nvSpPr>
        <p:spPr>
          <a:xfrm>
            <a:off x="4015678" y="262806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SD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08208-F5CA-477B-9508-092E6E3035FD}"/>
              </a:ext>
            </a:extLst>
          </p:cNvPr>
          <p:cNvSpPr txBox="1"/>
          <p:nvPr/>
        </p:nvSpPr>
        <p:spPr>
          <a:xfrm>
            <a:off x="4734176" y="137471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CHESS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ED31D-16D5-47CD-8F81-DD0F8E13CE7B}"/>
              </a:ext>
            </a:extLst>
          </p:cNvPr>
          <p:cNvSpPr txBox="1"/>
          <p:nvPr/>
        </p:nvSpPr>
        <p:spPr>
          <a:xfrm>
            <a:off x="6409434" y="1588115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NOVELS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28D35-5CD4-4C89-A482-8DF75BEAE2E1}"/>
              </a:ext>
            </a:extLst>
          </p:cNvPr>
          <p:cNvSpPr txBox="1"/>
          <p:nvPr/>
        </p:nvSpPr>
        <p:spPr>
          <a:xfrm>
            <a:off x="7977382" y="94090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29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AA568-EAED-4A96-B00A-2C3AE46CFDFC}"/>
              </a:ext>
            </a:extLst>
          </p:cNvPr>
          <p:cNvSpPr txBox="1"/>
          <p:nvPr/>
        </p:nvSpPr>
        <p:spPr>
          <a:xfrm>
            <a:off x="8347149" y="18689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ML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DC1C1-51EF-4A5D-A24C-913F2BE9D344}"/>
              </a:ext>
            </a:extLst>
          </p:cNvPr>
          <p:cNvSpPr txBox="1"/>
          <p:nvPr/>
        </p:nvSpPr>
        <p:spPr>
          <a:xfrm>
            <a:off x="9128854" y="2729644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DE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911A-CE63-4D3E-B7C0-F09AA041BED6}"/>
              </a:ext>
            </a:extLst>
          </p:cNvPr>
          <p:cNvSpPr txBox="1"/>
          <p:nvPr/>
        </p:nvSpPr>
        <p:spPr>
          <a:xfrm>
            <a:off x="7620770" y="4913732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BOOKS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125D0E-EA1C-4CFB-A96F-E05FCF726B03}"/>
              </a:ext>
            </a:extLst>
          </p:cNvPr>
          <p:cNvSpPr txBox="1"/>
          <p:nvPr/>
        </p:nvSpPr>
        <p:spPr>
          <a:xfrm>
            <a:off x="5942452" y="6109998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PYTHON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BA5D-BEF8-4CF3-83FD-0055F5B7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80615-D21F-442B-A58E-AFC52EABAFB2}"/>
              </a:ext>
            </a:extLst>
          </p:cNvPr>
          <p:cNvSpPr txBox="1"/>
          <p:nvPr/>
        </p:nvSpPr>
        <p:spPr>
          <a:xfrm>
            <a:off x="6824869" y="384313"/>
            <a:ext cx="515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Python</a:t>
            </a:r>
            <a:r>
              <a:rPr lang="en-GB" sz="3600" b="1" dirty="0">
                <a:solidFill>
                  <a:schemeClr val="bg1"/>
                </a:solidFill>
              </a:rPr>
              <a:t> with </a:t>
            </a:r>
            <a:r>
              <a:rPr lang="en-GB" sz="3600" b="1" u="sng" dirty="0">
                <a:solidFill>
                  <a:schemeClr val="bg1"/>
                </a:solidFill>
              </a:rPr>
              <a:t>Khaled Saje’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CAC8-A7EB-440A-8C6F-1441F0DE50AA}"/>
              </a:ext>
            </a:extLst>
          </p:cNvPr>
          <p:cNvSpPr txBox="1"/>
          <p:nvPr/>
        </p:nvSpPr>
        <p:spPr>
          <a:xfrm>
            <a:off x="212035" y="33814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687E-0EA6-43A5-8289-59FA27588DB8}"/>
              </a:ext>
            </a:extLst>
          </p:cNvPr>
          <p:cNvSpPr txBox="1"/>
          <p:nvPr/>
        </p:nvSpPr>
        <p:spPr>
          <a:xfrm>
            <a:off x="8477836" y="1030644"/>
            <a:ext cx="1845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B050"/>
                </a:solidFill>
              </a:rPr>
              <a:t>LEC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BFAD4-6838-4E1F-916B-722FFCC709ED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20997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7C2D2-CF01-4E79-B1F7-DE7AAC98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9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F5213-F03B-4738-A91A-3133BC0506CE}"/>
              </a:ext>
            </a:extLst>
          </p:cNvPr>
          <p:cNvSpPr txBox="1"/>
          <p:nvPr/>
        </p:nvSpPr>
        <p:spPr>
          <a:xfrm>
            <a:off x="0" y="198783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FF00"/>
                </a:solidFill>
              </a:rPr>
              <a:t>What we will learn in this LEC:</a:t>
            </a:r>
            <a:endParaRPr lang="en-GB" sz="3600" b="1" u="sng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DA49-B7D6-4492-A52B-5AC784AD97BB}"/>
              </a:ext>
            </a:extLst>
          </p:cNvPr>
          <p:cNvSpPr txBox="1"/>
          <p:nvPr/>
        </p:nvSpPr>
        <p:spPr>
          <a:xfrm>
            <a:off x="132521" y="2561850"/>
            <a:ext cx="5155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2400" b="1" u="sng" dirty="0" err="1">
                <a:solidFill>
                  <a:schemeClr val="bg1"/>
                </a:solidFill>
              </a:rPr>
              <a:t>Elif</a:t>
            </a:r>
            <a:r>
              <a:rPr lang="en-GB" sz="2400" b="1" u="sng" dirty="0">
                <a:solidFill>
                  <a:schemeClr val="bg1"/>
                </a:solidFill>
              </a:rPr>
              <a:t> statement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For loop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While loop</a:t>
            </a:r>
          </a:p>
          <a:p>
            <a:endParaRPr lang="en-GB" sz="2400" b="1" u="sng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AF09-7BD5-4A4C-9421-43FF64ADC239}"/>
              </a:ext>
            </a:extLst>
          </p:cNvPr>
          <p:cNvSpPr txBox="1"/>
          <p:nvPr/>
        </p:nvSpPr>
        <p:spPr>
          <a:xfrm>
            <a:off x="11296357" y="6000265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210EA-28C0-4A22-A5F7-7CDB70173004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326596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tayem</dc:creator>
  <cp:lastModifiedBy>khaled tayem</cp:lastModifiedBy>
  <cp:revision>1</cp:revision>
  <dcterms:created xsi:type="dcterms:W3CDTF">2022-04-13T00:03:40Z</dcterms:created>
  <dcterms:modified xsi:type="dcterms:W3CDTF">2022-04-13T00:04:42Z</dcterms:modified>
</cp:coreProperties>
</file>